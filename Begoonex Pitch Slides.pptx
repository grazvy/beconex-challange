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0"/>
  </p:notesMasterIdLst>
  <p:sldIdLst>
    <p:sldId id="256" r:id="rId2"/>
    <p:sldId id="260" r:id="rId3"/>
    <p:sldId id="310" r:id="rId4"/>
    <p:sldId id="314" r:id="rId5"/>
    <p:sldId id="330" r:id="rId6"/>
    <p:sldId id="333" r:id="rId7"/>
    <p:sldId id="334" r:id="rId8"/>
    <p:sldId id="338" r:id="rId9"/>
    <p:sldId id="335" r:id="rId10"/>
    <p:sldId id="336" r:id="rId11"/>
    <p:sldId id="337" r:id="rId12"/>
    <p:sldId id="339" r:id="rId13"/>
    <p:sldId id="340" r:id="rId14"/>
    <p:sldId id="341" r:id="rId15"/>
    <p:sldId id="342" r:id="rId16"/>
    <p:sldId id="343" r:id="rId17"/>
    <p:sldId id="283" r:id="rId18"/>
    <p:sldId id="313" r:id="rId19"/>
  </p:sldIdLst>
  <p:sldSz cx="9144000" cy="5143500" type="screen16x9"/>
  <p:notesSz cx="6858000" cy="9144000"/>
  <p:embeddedFontLst>
    <p:embeddedFont>
      <p:font typeface="Archivo Medium" panose="020B0604020202020204" charset="0"/>
      <p:regular r:id="rId21"/>
      <p:bold r:id="rId22"/>
      <p:italic r:id="rId23"/>
      <p:boldItalic r:id="rId24"/>
    </p:embeddedFont>
    <p:embeddedFont>
      <p:font typeface="Arimo" panose="020B0604020202020204" charset="0"/>
      <p:regular r:id="rId25"/>
      <p:bold r:id="rId26"/>
      <p:italic r:id="rId27"/>
      <p:boldItalic r:id="rId28"/>
    </p:embeddedFont>
    <p:embeddedFont>
      <p:font typeface="Krona One" panose="020B0604020202020204" charset="0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C53662-1717-3E19-D3CF-A8E06A973CB5}" v="137" dt="2025-06-21T21:25:51.685"/>
    <p1510:client id="{5CBA972C-8650-411D-A6D4-3B8F38B3AFFC}" v="67" dt="2025-06-22T00:25:32.851"/>
    <p1510:client id="{61353751-6CFC-475F-90DC-C5B170FC5B66}" v="115" dt="2025-06-21T20:20:51.581"/>
    <p1510:client id="{B0351EDC-BED8-477C-BA48-D3D3F6290316}" v="33" dt="2025-06-21T15:01:38.671"/>
    <p1510:client id="{F3D19CD6-F22B-35D7-CBE4-3D69C34EBCDA}" v="193" dt="2025-06-21T22:19:36.472"/>
  </p1510:revLst>
</p1510:revInfo>
</file>

<file path=ppt/tableStyles.xml><?xml version="1.0" encoding="utf-8"?>
<a:tblStyleLst xmlns:a="http://schemas.openxmlformats.org/drawingml/2006/main" def="{C61F029F-88E3-44DE-AA46-7C55738C30E6}">
  <a:tblStyle styleId="{C61F029F-88E3-44DE-AA46-7C55738C30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9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ny Nguyen" userId="e70b427d9d47929e" providerId="LiveId" clId="{5CBA972C-8650-411D-A6D4-3B8F38B3AFFC}"/>
    <pc:docChg chg="undo redo custSel addSld delSld modSld">
      <pc:chgData name="Kenny Nguyen" userId="e70b427d9d47929e" providerId="LiveId" clId="{5CBA972C-8650-411D-A6D4-3B8F38B3AFFC}" dt="2025-06-22T00:25:46.117" v="342" actId="1076"/>
      <pc:docMkLst>
        <pc:docMk/>
      </pc:docMkLst>
      <pc:sldChg chg="modSp mod">
        <pc:chgData name="Kenny Nguyen" userId="e70b427d9d47929e" providerId="LiveId" clId="{5CBA972C-8650-411D-A6D4-3B8F38B3AFFC}" dt="2025-06-21T23:02:06.351" v="8" actId="20577"/>
        <pc:sldMkLst>
          <pc:docMk/>
          <pc:sldMk cId="0" sldId="260"/>
        </pc:sldMkLst>
        <pc:spChg chg="mod">
          <ac:chgData name="Kenny Nguyen" userId="e70b427d9d47929e" providerId="LiveId" clId="{5CBA972C-8650-411D-A6D4-3B8F38B3AFFC}" dt="2025-06-21T23:02:06.351" v="8" actId="20577"/>
          <ac:spMkLst>
            <pc:docMk/>
            <pc:sldMk cId="0" sldId="260"/>
            <ac:spMk id="3" creationId="{D5399DA3-E34E-EEF3-FB7C-63A8126E3895}"/>
          </ac:spMkLst>
        </pc:spChg>
      </pc:sldChg>
      <pc:sldChg chg="del">
        <pc:chgData name="Kenny Nguyen" userId="e70b427d9d47929e" providerId="LiveId" clId="{5CBA972C-8650-411D-A6D4-3B8F38B3AFFC}" dt="2025-06-22T00:09:29.425" v="172" actId="47"/>
        <pc:sldMkLst>
          <pc:docMk/>
          <pc:sldMk cId="0" sldId="268"/>
        </pc:sldMkLst>
      </pc:sldChg>
      <pc:sldChg chg="addSp delSp modSp mod">
        <pc:chgData name="Kenny Nguyen" userId="e70b427d9d47929e" providerId="LiveId" clId="{5CBA972C-8650-411D-A6D4-3B8F38B3AFFC}" dt="2025-06-22T00:10:59.750" v="199" actId="20577"/>
        <pc:sldMkLst>
          <pc:docMk/>
          <pc:sldMk cId="0" sldId="283"/>
        </pc:sldMkLst>
        <pc:spChg chg="add del mod">
          <ac:chgData name="Kenny Nguyen" userId="e70b427d9d47929e" providerId="LiveId" clId="{5CBA972C-8650-411D-A6D4-3B8F38B3AFFC}" dt="2025-06-22T00:10:49.423" v="175" actId="478"/>
          <ac:spMkLst>
            <pc:docMk/>
            <pc:sldMk cId="0" sldId="283"/>
            <ac:spMk id="3" creationId="{55BFDF8D-15F4-5108-1D5A-20F147EC9255}"/>
          </ac:spMkLst>
        </pc:spChg>
        <pc:spChg chg="mod">
          <ac:chgData name="Kenny Nguyen" userId="e70b427d9d47929e" providerId="LiveId" clId="{5CBA972C-8650-411D-A6D4-3B8F38B3AFFC}" dt="2025-06-22T00:10:59.750" v="199" actId="20577"/>
          <ac:spMkLst>
            <pc:docMk/>
            <pc:sldMk cId="0" sldId="283"/>
            <ac:spMk id="1152" creationId="{00000000-0000-0000-0000-000000000000}"/>
          </ac:spMkLst>
        </pc:spChg>
        <pc:spChg chg="del mod">
          <ac:chgData name="Kenny Nguyen" userId="e70b427d9d47929e" providerId="LiveId" clId="{5CBA972C-8650-411D-A6D4-3B8F38B3AFFC}" dt="2025-06-22T00:10:46.341" v="174" actId="478"/>
          <ac:spMkLst>
            <pc:docMk/>
            <pc:sldMk cId="0" sldId="283"/>
            <ac:spMk id="1153" creationId="{00000000-0000-0000-0000-000000000000}"/>
          </ac:spMkLst>
        </pc:spChg>
      </pc:sldChg>
      <pc:sldChg chg="del">
        <pc:chgData name="Kenny Nguyen" userId="e70b427d9d47929e" providerId="LiveId" clId="{5CBA972C-8650-411D-A6D4-3B8F38B3AFFC}" dt="2025-06-21T23:07:07.750" v="38" actId="47"/>
        <pc:sldMkLst>
          <pc:docMk/>
          <pc:sldMk cId="0" sldId="284"/>
        </pc:sldMkLst>
      </pc:sldChg>
      <pc:sldChg chg="del">
        <pc:chgData name="Kenny Nguyen" userId="e70b427d9d47929e" providerId="LiveId" clId="{5CBA972C-8650-411D-A6D4-3B8F38B3AFFC}" dt="2025-06-21T23:07:05.749" v="37" actId="47"/>
        <pc:sldMkLst>
          <pc:docMk/>
          <pc:sldMk cId="0" sldId="285"/>
        </pc:sldMkLst>
      </pc:sldChg>
      <pc:sldChg chg="del">
        <pc:chgData name="Kenny Nguyen" userId="e70b427d9d47929e" providerId="LiveId" clId="{5CBA972C-8650-411D-A6D4-3B8F38B3AFFC}" dt="2025-06-21T23:07:08.604" v="39" actId="47"/>
        <pc:sldMkLst>
          <pc:docMk/>
          <pc:sldMk cId="0" sldId="286"/>
        </pc:sldMkLst>
      </pc:sldChg>
      <pc:sldChg chg="delSp mod modTransition">
        <pc:chgData name="Kenny Nguyen" userId="e70b427d9d47929e" providerId="LiveId" clId="{5CBA972C-8650-411D-A6D4-3B8F38B3AFFC}" dt="2025-06-21T23:07:22.299" v="40" actId="478"/>
        <pc:sldMkLst>
          <pc:docMk/>
          <pc:sldMk cId="2559350765" sldId="310"/>
        </pc:sldMkLst>
        <pc:grpChg chg="del">
          <ac:chgData name="Kenny Nguyen" userId="e70b427d9d47929e" providerId="LiveId" clId="{5CBA972C-8650-411D-A6D4-3B8F38B3AFFC}" dt="2025-06-21T23:07:22.299" v="40" actId="478"/>
          <ac:grpSpMkLst>
            <pc:docMk/>
            <pc:sldMk cId="2559350765" sldId="310"/>
            <ac:grpSpMk id="11" creationId="{4C4334C2-E677-CF7E-C52E-68EB71925332}"/>
          </ac:grpSpMkLst>
        </pc:grpChg>
      </pc:sldChg>
      <pc:sldChg chg="del">
        <pc:chgData name="Kenny Nguyen" userId="e70b427d9d47929e" providerId="LiveId" clId="{5CBA972C-8650-411D-A6D4-3B8F38B3AFFC}" dt="2025-06-22T00:12:21.792" v="209" actId="47"/>
        <pc:sldMkLst>
          <pc:docMk/>
          <pc:sldMk cId="1448598496" sldId="312"/>
        </pc:sldMkLst>
      </pc:sldChg>
      <pc:sldChg chg="addSp modSp mod">
        <pc:chgData name="Kenny Nguyen" userId="e70b427d9d47929e" providerId="LiveId" clId="{5CBA972C-8650-411D-A6D4-3B8F38B3AFFC}" dt="2025-06-22T00:17:02.710" v="254" actId="1582"/>
        <pc:sldMkLst>
          <pc:docMk/>
          <pc:sldMk cId="1895273631" sldId="313"/>
        </pc:sldMkLst>
        <pc:spChg chg="mod">
          <ac:chgData name="Kenny Nguyen" userId="e70b427d9d47929e" providerId="LiveId" clId="{5CBA972C-8650-411D-A6D4-3B8F38B3AFFC}" dt="2025-06-22T00:16:48.827" v="251" actId="1076"/>
          <ac:spMkLst>
            <pc:docMk/>
            <pc:sldMk cId="1895273631" sldId="313"/>
            <ac:spMk id="1253" creationId="{00000000-0000-0000-0000-000000000000}"/>
          </ac:spMkLst>
        </pc:spChg>
        <pc:picChg chg="add mod">
          <ac:chgData name="Kenny Nguyen" userId="e70b427d9d47929e" providerId="LiveId" clId="{5CBA972C-8650-411D-A6D4-3B8F38B3AFFC}" dt="2025-06-22T00:17:02.710" v="254" actId="1582"/>
          <ac:picMkLst>
            <pc:docMk/>
            <pc:sldMk cId="1895273631" sldId="313"/>
            <ac:picMk id="3" creationId="{13687AF8-91F4-6700-D349-5DBAC67515B6}"/>
          </ac:picMkLst>
        </pc:picChg>
      </pc:sldChg>
      <pc:sldChg chg="del">
        <pc:chgData name="Kenny Nguyen" userId="e70b427d9d47929e" providerId="LiveId" clId="{5CBA972C-8650-411D-A6D4-3B8F38B3AFFC}" dt="2025-06-21T22:26:04.490" v="1" actId="47"/>
        <pc:sldMkLst>
          <pc:docMk/>
          <pc:sldMk cId="3086111689" sldId="314"/>
        </pc:sldMkLst>
      </pc:sldChg>
      <pc:sldChg chg="modSp add mod">
        <pc:chgData name="Kenny Nguyen" userId="e70b427d9d47929e" providerId="LiveId" clId="{5CBA972C-8650-411D-A6D4-3B8F38B3AFFC}" dt="2025-06-21T22:26:14.839" v="5" actId="20577"/>
        <pc:sldMkLst>
          <pc:docMk/>
          <pc:sldMk cId="3186577903" sldId="314"/>
        </pc:sldMkLst>
        <pc:spChg chg="mod">
          <ac:chgData name="Kenny Nguyen" userId="e70b427d9d47929e" providerId="LiveId" clId="{5CBA972C-8650-411D-A6D4-3B8F38B3AFFC}" dt="2025-06-21T22:26:14.839" v="5" actId="20577"/>
          <ac:spMkLst>
            <pc:docMk/>
            <pc:sldMk cId="3186577903" sldId="314"/>
            <ac:spMk id="3" creationId="{8CEC7F6D-C701-211E-76CA-36B743F66B63}"/>
          </ac:spMkLst>
        </pc:spChg>
      </pc:sldChg>
      <pc:sldChg chg="del">
        <pc:chgData name="Kenny Nguyen" userId="e70b427d9d47929e" providerId="LiveId" clId="{5CBA972C-8650-411D-A6D4-3B8F38B3AFFC}" dt="2025-06-21T23:07:02.710" v="36" actId="47"/>
        <pc:sldMkLst>
          <pc:docMk/>
          <pc:sldMk cId="3508533887" sldId="325"/>
        </pc:sldMkLst>
      </pc:sldChg>
      <pc:sldChg chg="addSp delSp modSp mod modTransition">
        <pc:chgData name="Kenny Nguyen" userId="e70b427d9d47929e" providerId="LiveId" clId="{5CBA972C-8650-411D-A6D4-3B8F38B3AFFC}" dt="2025-06-22T00:21:42.377" v="316"/>
        <pc:sldMkLst>
          <pc:docMk/>
          <pc:sldMk cId="1540882671" sldId="330"/>
        </pc:sldMkLst>
        <pc:spChg chg="add mod ord">
          <ac:chgData name="Kenny Nguyen" userId="e70b427d9d47929e" providerId="LiveId" clId="{5CBA972C-8650-411D-A6D4-3B8F38B3AFFC}" dt="2025-06-21T23:36:10.708" v="121" actId="171"/>
          <ac:spMkLst>
            <pc:docMk/>
            <pc:sldMk cId="1540882671" sldId="330"/>
            <ac:spMk id="2" creationId="{B1F66F46-D5A9-8787-6F10-FAFA8F92C099}"/>
          </ac:spMkLst>
        </pc:spChg>
        <pc:spChg chg="add mod">
          <ac:chgData name="Kenny Nguyen" userId="e70b427d9d47929e" providerId="LiveId" clId="{5CBA972C-8650-411D-A6D4-3B8F38B3AFFC}" dt="2025-06-22T00:21:42.377" v="316"/>
          <ac:spMkLst>
            <pc:docMk/>
            <pc:sldMk cId="1540882671" sldId="330"/>
            <ac:spMk id="3" creationId="{8C49558E-F4CB-A366-5711-E58384B07F8A}"/>
          </ac:spMkLst>
        </pc:spChg>
        <pc:spChg chg="mod">
          <ac:chgData name="Kenny Nguyen" userId="e70b427d9d47929e" providerId="LiveId" clId="{5CBA972C-8650-411D-A6D4-3B8F38B3AFFC}" dt="2025-06-21T23:04:11.902" v="16" actId="208"/>
          <ac:spMkLst>
            <pc:docMk/>
            <pc:sldMk cId="1540882671" sldId="330"/>
            <ac:spMk id="10" creationId="{52D99484-6F10-33FE-BEA6-549D3A10BA11}"/>
          </ac:spMkLst>
        </pc:spChg>
        <pc:spChg chg="mod">
          <ac:chgData name="Kenny Nguyen" userId="e70b427d9d47929e" providerId="LiveId" clId="{5CBA972C-8650-411D-A6D4-3B8F38B3AFFC}" dt="2025-06-21T23:04:11.902" v="16" actId="208"/>
          <ac:spMkLst>
            <pc:docMk/>
            <pc:sldMk cId="1540882671" sldId="330"/>
            <ac:spMk id="11" creationId="{0EB1FC7A-C915-7643-BC4B-0F2780CE462A}"/>
          </ac:spMkLst>
        </pc:spChg>
        <pc:spChg chg="mod">
          <ac:chgData name="Kenny Nguyen" userId="e70b427d9d47929e" providerId="LiveId" clId="{5CBA972C-8650-411D-A6D4-3B8F38B3AFFC}" dt="2025-06-21T23:04:11.902" v="16" actId="208"/>
          <ac:spMkLst>
            <pc:docMk/>
            <pc:sldMk cId="1540882671" sldId="330"/>
            <ac:spMk id="12" creationId="{414BBFAE-96FC-047C-EC3C-34F983572FB1}"/>
          </ac:spMkLst>
        </pc:spChg>
        <pc:spChg chg="add del">
          <ac:chgData name="Kenny Nguyen" userId="e70b427d9d47929e" providerId="LiveId" clId="{5CBA972C-8650-411D-A6D4-3B8F38B3AFFC}" dt="2025-06-21T23:33:36.982" v="75" actId="478"/>
          <ac:spMkLst>
            <pc:docMk/>
            <pc:sldMk cId="1540882671" sldId="330"/>
            <ac:spMk id="13" creationId="{1C71968D-DA81-6688-FBCC-2415E2ABA70B}"/>
          </ac:spMkLst>
        </pc:spChg>
        <pc:spChg chg="mod">
          <ac:chgData name="Kenny Nguyen" userId="e70b427d9d47929e" providerId="LiveId" clId="{5CBA972C-8650-411D-A6D4-3B8F38B3AFFC}" dt="2025-06-21T23:04:11.902" v="16" actId="208"/>
          <ac:spMkLst>
            <pc:docMk/>
            <pc:sldMk cId="1540882671" sldId="330"/>
            <ac:spMk id="14" creationId="{21E911DA-3A0C-317C-C1AD-751EB7C740F3}"/>
          </ac:spMkLst>
        </pc:spChg>
        <pc:spChg chg="mod">
          <ac:chgData name="Kenny Nguyen" userId="e70b427d9d47929e" providerId="LiveId" clId="{5CBA972C-8650-411D-A6D4-3B8F38B3AFFC}" dt="2025-06-21T23:04:11.902" v="16" actId="208"/>
          <ac:spMkLst>
            <pc:docMk/>
            <pc:sldMk cId="1540882671" sldId="330"/>
            <ac:spMk id="16" creationId="{587B1632-709F-7021-C504-D1BAA8B0AC26}"/>
          </ac:spMkLst>
        </pc:spChg>
        <pc:spChg chg="mod">
          <ac:chgData name="Kenny Nguyen" userId="e70b427d9d47929e" providerId="LiveId" clId="{5CBA972C-8650-411D-A6D4-3B8F38B3AFFC}" dt="2025-06-21T23:04:11.902" v="16" actId="208"/>
          <ac:spMkLst>
            <pc:docMk/>
            <pc:sldMk cId="1540882671" sldId="330"/>
            <ac:spMk id="17" creationId="{9B9EE506-0876-7B6F-D289-F4E36A3BBF11}"/>
          </ac:spMkLst>
        </pc:spChg>
        <pc:spChg chg="del">
          <ac:chgData name="Kenny Nguyen" userId="e70b427d9d47929e" providerId="LiveId" clId="{5CBA972C-8650-411D-A6D4-3B8F38B3AFFC}" dt="2025-06-21T23:05:58.830" v="31" actId="478"/>
          <ac:spMkLst>
            <pc:docMk/>
            <pc:sldMk cId="1540882671" sldId="330"/>
            <ac:spMk id="22" creationId="{8D6961D1-60C3-5CCB-CC0F-9BA7F729B225}"/>
          </ac:spMkLst>
        </pc:spChg>
        <pc:spChg chg="mod">
          <ac:chgData name="Kenny Nguyen" userId="e70b427d9d47929e" providerId="LiveId" clId="{5CBA972C-8650-411D-A6D4-3B8F38B3AFFC}" dt="2025-06-21T23:06:33.422" v="35" actId="14100"/>
          <ac:spMkLst>
            <pc:docMk/>
            <pc:sldMk cId="1540882671" sldId="330"/>
            <ac:spMk id="23" creationId="{DF98FF05-4C41-9826-9E97-4843A63E8A32}"/>
          </ac:spMkLst>
        </pc:spChg>
        <pc:spChg chg="add mod ord">
          <ac:chgData name="Kenny Nguyen" userId="e70b427d9d47929e" providerId="LiveId" clId="{5CBA972C-8650-411D-A6D4-3B8F38B3AFFC}" dt="2025-06-21T23:36:10.708" v="121" actId="171"/>
          <ac:spMkLst>
            <pc:docMk/>
            <pc:sldMk cId="1540882671" sldId="330"/>
            <ac:spMk id="24" creationId="{143F7812-2F36-4E37-7B18-87F0FD8A7940}"/>
          </ac:spMkLst>
        </pc:spChg>
        <pc:picChg chg="add del mod">
          <ac:chgData name="Kenny Nguyen" userId="e70b427d9d47929e" providerId="LiveId" clId="{5CBA972C-8650-411D-A6D4-3B8F38B3AFFC}" dt="2025-06-21T23:34:59.584" v="98" actId="478"/>
          <ac:picMkLst>
            <pc:docMk/>
            <pc:sldMk cId="1540882671" sldId="330"/>
            <ac:picMk id="18" creationId="{BCF6652C-5AA5-A832-68B4-C12E210D906F}"/>
          </ac:picMkLst>
        </pc:picChg>
        <pc:picChg chg="add del">
          <ac:chgData name="Kenny Nguyen" userId="e70b427d9d47929e" providerId="LiveId" clId="{5CBA972C-8650-411D-A6D4-3B8F38B3AFFC}" dt="2025-06-21T23:32:10.399" v="73" actId="478"/>
          <ac:picMkLst>
            <pc:docMk/>
            <pc:sldMk cId="1540882671" sldId="330"/>
            <ac:picMk id="1026" creationId="{82D695D6-3DFC-BD72-712F-0987674662EC}"/>
          </ac:picMkLst>
        </pc:picChg>
      </pc:sldChg>
      <pc:sldChg chg="addSp delSp modSp mod">
        <pc:chgData name="Kenny Nguyen" userId="e70b427d9d47929e" providerId="LiveId" clId="{5CBA972C-8650-411D-A6D4-3B8F38B3AFFC}" dt="2025-06-22T00:21:40.493" v="314"/>
        <pc:sldMkLst>
          <pc:docMk/>
          <pc:sldMk cId="2706780329" sldId="333"/>
        </pc:sldMkLst>
        <pc:spChg chg="add del mod">
          <ac:chgData name="Kenny Nguyen" userId="e70b427d9d47929e" providerId="LiveId" clId="{5CBA972C-8650-411D-A6D4-3B8F38B3AFFC}" dt="2025-06-21T23:35:31.529" v="107" actId="478"/>
          <ac:spMkLst>
            <pc:docMk/>
            <pc:sldMk cId="2706780329" sldId="333"/>
            <ac:spMk id="2" creationId="{0302B8F4-8883-8600-3047-D48BBE9BE1EE}"/>
          </ac:spMkLst>
        </pc:spChg>
        <pc:spChg chg="add mod">
          <ac:chgData name="Kenny Nguyen" userId="e70b427d9d47929e" providerId="LiveId" clId="{5CBA972C-8650-411D-A6D4-3B8F38B3AFFC}" dt="2025-06-22T00:21:40.493" v="314"/>
          <ac:spMkLst>
            <pc:docMk/>
            <pc:sldMk cId="2706780329" sldId="333"/>
            <ac:spMk id="2" creationId="{565242E1-5117-A55E-26EA-CA09337792CF}"/>
          </ac:spMkLst>
        </pc:spChg>
        <pc:spChg chg="add mod ord">
          <ac:chgData name="Kenny Nguyen" userId="e70b427d9d47929e" providerId="LiveId" clId="{5CBA972C-8650-411D-A6D4-3B8F38B3AFFC}" dt="2025-06-21T23:36:26.065" v="122" actId="171"/>
          <ac:spMkLst>
            <pc:docMk/>
            <pc:sldMk cId="2706780329" sldId="333"/>
            <ac:spMk id="3" creationId="{F4853757-E7C5-82D6-9C9C-32AB7C826820}"/>
          </ac:spMkLst>
        </pc:spChg>
        <pc:spChg chg="mod">
          <ac:chgData name="Kenny Nguyen" userId="e70b427d9d47929e" providerId="LiveId" clId="{5CBA972C-8650-411D-A6D4-3B8F38B3AFFC}" dt="2025-06-21T23:04:23.678" v="17" actId="208"/>
          <ac:spMkLst>
            <pc:docMk/>
            <pc:sldMk cId="2706780329" sldId="333"/>
            <ac:spMk id="10" creationId="{0E044E68-0E9C-427C-1C43-0C8BF326D501}"/>
          </ac:spMkLst>
        </pc:spChg>
        <pc:spChg chg="mod">
          <ac:chgData name="Kenny Nguyen" userId="e70b427d9d47929e" providerId="LiveId" clId="{5CBA972C-8650-411D-A6D4-3B8F38B3AFFC}" dt="2025-06-21T23:04:23.678" v="17" actId="208"/>
          <ac:spMkLst>
            <pc:docMk/>
            <pc:sldMk cId="2706780329" sldId="333"/>
            <ac:spMk id="11" creationId="{A5934CC1-AC44-5836-1FFC-5AB19103C5CF}"/>
          </ac:spMkLst>
        </pc:spChg>
        <pc:spChg chg="mod">
          <ac:chgData name="Kenny Nguyen" userId="e70b427d9d47929e" providerId="LiveId" clId="{5CBA972C-8650-411D-A6D4-3B8F38B3AFFC}" dt="2025-06-21T23:04:23.678" v="17" actId="208"/>
          <ac:spMkLst>
            <pc:docMk/>
            <pc:sldMk cId="2706780329" sldId="333"/>
            <ac:spMk id="12" creationId="{10DB4705-3778-6F6E-4B14-F83D984B1E6D}"/>
          </ac:spMkLst>
        </pc:spChg>
        <pc:spChg chg="add mod ord">
          <ac:chgData name="Kenny Nguyen" userId="e70b427d9d47929e" providerId="LiveId" clId="{5CBA972C-8650-411D-A6D4-3B8F38B3AFFC}" dt="2025-06-21T23:36:26.065" v="122" actId="171"/>
          <ac:spMkLst>
            <pc:docMk/>
            <pc:sldMk cId="2706780329" sldId="333"/>
            <ac:spMk id="13" creationId="{516DB015-A84E-547D-AF2B-BC3DFDAA2710}"/>
          </ac:spMkLst>
        </pc:spChg>
        <pc:spChg chg="mod">
          <ac:chgData name="Kenny Nguyen" userId="e70b427d9d47929e" providerId="LiveId" clId="{5CBA972C-8650-411D-A6D4-3B8F38B3AFFC}" dt="2025-06-21T23:04:23.678" v="17" actId="208"/>
          <ac:spMkLst>
            <pc:docMk/>
            <pc:sldMk cId="2706780329" sldId="333"/>
            <ac:spMk id="14" creationId="{AFF6B424-9729-E26B-C722-50CE77F5FE3A}"/>
          </ac:spMkLst>
        </pc:spChg>
        <pc:spChg chg="mod">
          <ac:chgData name="Kenny Nguyen" userId="e70b427d9d47929e" providerId="LiveId" clId="{5CBA972C-8650-411D-A6D4-3B8F38B3AFFC}" dt="2025-06-21T23:04:23.678" v="17" actId="208"/>
          <ac:spMkLst>
            <pc:docMk/>
            <pc:sldMk cId="2706780329" sldId="333"/>
            <ac:spMk id="16" creationId="{84B38D68-FE63-22F4-FC16-3F98831B759B}"/>
          </ac:spMkLst>
        </pc:spChg>
        <pc:spChg chg="mod">
          <ac:chgData name="Kenny Nguyen" userId="e70b427d9d47929e" providerId="LiveId" clId="{5CBA972C-8650-411D-A6D4-3B8F38B3AFFC}" dt="2025-06-21T23:04:23.678" v="17" actId="208"/>
          <ac:spMkLst>
            <pc:docMk/>
            <pc:sldMk cId="2706780329" sldId="333"/>
            <ac:spMk id="17" creationId="{45422773-1DEA-8220-E8CB-87484C3A0EAC}"/>
          </ac:spMkLst>
        </pc:spChg>
        <pc:spChg chg="del">
          <ac:chgData name="Kenny Nguyen" userId="e70b427d9d47929e" providerId="LiveId" clId="{5CBA972C-8650-411D-A6D4-3B8F38B3AFFC}" dt="2025-06-21T23:05:56.774" v="30" actId="478"/>
          <ac:spMkLst>
            <pc:docMk/>
            <pc:sldMk cId="2706780329" sldId="333"/>
            <ac:spMk id="22" creationId="{31197448-5DA2-8F8D-3120-DF9D18BAC079}"/>
          </ac:spMkLst>
        </pc:spChg>
      </pc:sldChg>
      <pc:sldChg chg="addSp delSp modSp mod">
        <pc:chgData name="Kenny Nguyen" userId="e70b427d9d47929e" providerId="LiveId" clId="{5CBA972C-8650-411D-A6D4-3B8F38B3AFFC}" dt="2025-06-22T00:21:41.846" v="315"/>
        <pc:sldMkLst>
          <pc:docMk/>
          <pc:sldMk cId="3093254870" sldId="334"/>
        </pc:sldMkLst>
        <pc:spChg chg="add mod">
          <ac:chgData name="Kenny Nguyen" userId="e70b427d9d47929e" providerId="LiveId" clId="{5CBA972C-8650-411D-A6D4-3B8F38B3AFFC}" dt="2025-06-22T00:21:41.846" v="315"/>
          <ac:spMkLst>
            <pc:docMk/>
            <pc:sldMk cId="3093254870" sldId="334"/>
            <ac:spMk id="2" creationId="{07BE930B-762E-D8A3-F111-A63DAE9E168B}"/>
          </ac:spMkLst>
        </pc:spChg>
        <pc:spChg chg="add del mod">
          <ac:chgData name="Kenny Nguyen" userId="e70b427d9d47929e" providerId="LiveId" clId="{5CBA972C-8650-411D-A6D4-3B8F38B3AFFC}" dt="2025-06-21T23:35:34.661" v="109" actId="478"/>
          <ac:spMkLst>
            <pc:docMk/>
            <pc:sldMk cId="3093254870" sldId="334"/>
            <ac:spMk id="2" creationId="{F95E95EB-803A-C8FB-CEDC-CCC7397F84FE}"/>
          </ac:spMkLst>
        </pc:spChg>
        <pc:spChg chg="mod">
          <ac:chgData name="Kenny Nguyen" userId="e70b427d9d47929e" providerId="LiveId" clId="{5CBA972C-8650-411D-A6D4-3B8F38B3AFFC}" dt="2025-06-21T23:04:33.600" v="18" actId="208"/>
          <ac:spMkLst>
            <pc:docMk/>
            <pc:sldMk cId="3093254870" sldId="334"/>
            <ac:spMk id="3" creationId="{356566AB-89E2-4E39-280E-E90EAC6BBB2A}"/>
          </ac:spMkLst>
        </pc:spChg>
        <pc:spChg chg="mod">
          <ac:chgData name="Kenny Nguyen" userId="e70b427d9d47929e" providerId="LiveId" clId="{5CBA972C-8650-411D-A6D4-3B8F38B3AFFC}" dt="2025-06-21T23:04:33.600" v="18" actId="208"/>
          <ac:spMkLst>
            <pc:docMk/>
            <pc:sldMk cId="3093254870" sldId="334"/>
            <ac:spMk id="9" creationId="{DA191EA9-A178-1C2D-4E71-51F7BD95A8ED}"/>
          </ac:spMkLst>
        </pc:spChg>
        <pc:spChg chg="mod">
          <ac:chgData name="Kenny Nguyen" userId="e70b427d9d47929e" providerId="LiveId" clId="{5CBA972C-8650-411D-A6D4-3B8F38B3AFFC}" dt="2025-06-21T23:04:33.600" v="18" actId="208"/>
          <ac:spMkLst>
            <pc:docMk/>
            <pc:sldMk cId="3093254870" sldId="334"/>
            <ac:spMk id="10" creationId="{E8C4B229-0668-57F2-35FA-22F6BC08418C}"/>
          </ac:spMkLst>
        </pc:spChg>
        <pc:spChg chg="mod">
          <ac:chgData name="Kenny Nguyen" userId="e70b427d9d47929e" providerId="LiveId" clId="{5CBA972C-8650-411D-A6D4-3B8F38B3AFFC}" dt="2025-06-21T23:04:33.600" v="18" actId="208"/>
          <ac:spMkLst>
            <pc:docMk/>
            <pc:sldMk cId="3093254870" sldId="334"/>
            <ac:spMk id="15" creationId="{98845FDE-4E93-1A41-1575-D0C7BC7FD624}"/>
          </ac:spMkLst>
        </pc:spChg>
        <pc:spChg chg="mod">
          <ac:chgData name="Kenny Nguyen" userId="e70b427d9d47929e" providerId="LiveId" clId="{5CBA972C-8650-411D-A6D4-3B8F38B3AFFC}" dt="2025-06-21T23:04:33.600" v="18" actId="208"/>
          <ac:spMkLst>
            <pc:docMk/>
            <pc:sldMk cId="3093254870" sldId="334"/>
            <ac:spMk id="16" creationId="{862D721E-CC17-BC54-67A1-B777851D3E3D}"/>
          </ac:spMkLst>
        </pc:spChg>
        <pc:spChg chg="mod">
          <ac:chgData name="Kenny Nguyen" userId="e70b427d9d47929e" providerId="LiveId" clId="{5CBA972C-8650-411D-A6D4-3B8F38B3AFFC}" dt="2025-06-21T23:04:33.600" v="18" actId="208"/>
          <ac:spMkLst>
            <pc:docMk/>
            <pc:sldMk cId="3093254870" sldId="334"/>
            <ac:spMk id="17" creationId="{8E6E39FA-4F1A-0FC2-3653-AC9753F83FDB}"/>
          </ac:spMkLst>
        </pc:spChg>
        <pc:spChg chg="mod">
          <ac:chgData name="Kenny Nguyen" userId="e70b427d9d47929e" providerId="LiveId" clId="{5CBA972C-8650-411D-A6D4-3B8F38B3AFFC}" dt="2025-06-21T23:04:33.600" v="18" actId="208"/>
          <ac:spMkLst>
            <pc:docMk/>
            <pc:sldMk cId="3093254870" sldId="334"/>
            <ac:spMk id="18" creationId="{54FF8636-A138-D799-13BF-37E4D7F6C7D2}"/>
          </ac:spMkLst>
        </pc:spChg>
        <pc:spChg chg="del">
          <ac:chgData name="Kenny Nguyen" userId="e70b427d9d47929e" providerId="LiveId" clId="{5CBA972C-8650-411D-A6D4-3B8F38B3AFFC}" dt="2025-06-21T23:05:55.341" v="29" actId="478"/>
          <ac:spMkLst>
            <pc:docMk/>
            <pc:sldMk cId="3093254870" sldId="334"/>
            <ac:spMk id="22" creationId="{0BD01012-0E11-75F1-100B-BBC4F8C58612}"/>
          </ac:spMkLst>
        </pc:spChg>
        <pc:spChg chg="add mod">
          <ac:chgData name="Kenny Nguyen" userId="e70b427d9d47929e" providerId="LiveId" clId="{5CBA972C-8650-411D-A6D4-3B8F38B3AFFC}" dt="2025-06-21T23:35:02.941" v="100"/>
          <ac:spMkLst>
            <pc:docMk/>
            <pc:sldMk cId="3093254870" sldId="334"/>
            <ac:spMk id="24" creationId="{89858E41-2A93-F469-7C8A-19D1F7A5BD8C}"/>
          </ac:spMkLst>
        </pc:spChg>
        <pc:spChg chg="add mod">
          <ac:chgData name="Kenny Nguyen" userId="e70b427d9d47929e" providerId="LiveId" clId="{5CBA972C-8650-411D-A6D4-3B8F38B3AFFC}" dt="2025-06-21T23:35:34.865" v="110"/>
          <ac:spMkLst>
            <pc:docMk/>
            <pc:sldMk cId="3093254870" sldId="334"/>
            <ac:spMk id="27" creationId="{3FBC3EC2-3D56-09FE-E90D-C6EB6F8B265A}"/>
          </ac:spMkLst>
        </pc:spChg>
      </pc:sldChg>
      <pc:sldChg chg="addSp delSp modSp mod">
        <pc:chgData name="Kenny Nguyen" userId="e70b427d9d47929e" providerId="LiveId" clId="{5CBA972C-8650-411D-A6D4-3B8F38B3AFFC}" dt="2025-06-22T00:21:39.128" v="312"/>
        <pc:sldMkLst>
          <pc:docMk/>
          <pc:sldMk cId="1704685388" sldId="335"/>
        </pc:sldMkLst>
        <pc:spChg chg="add mod">
          <ac:chgData name="Kenny Nguyen" userId="e70b427d9d47929e" providerId="LiveId" clId="{5CBA972C-8650-411D-A6D4-3B8F38B3AFFC}" dt="2025-06-22T00:04:29.867" v="129" actId="571"/>
          <ac:spMkLst>
            <pc:docMk/>
            <pc:sldMk cId="1704685388" sldId="335"/>
            <ac:spMk id="2" creationId="{3EC26EF8-D2D5-BD7B-11F4-E98D1A44C55E}"/>
          </ac:spMkLst>
        </pc:spChg>
        <pc:spChg chg="add mod">
          <ac:chgData name="Kenny Nguyen" userId="e70b427d9d47929e" providerId="LiveId" clId="{5CBA972C-8650-411D-A6D4-3B8F38B3AFFC}" dt="2025-06-21T23:02:55.084" v="11"/>
          <ac:spMkLst>
            <pc:docMk/>
            <pc:sldMk cId="1704685388" sldId="335"/>
            <ac:spMk id="2" creationId="{B5198763-3D36-94E8-2D27-C8B4DECE6AF5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3" creationId="{FE076735-14C4-4185-63BE-B5A98568E8E7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9" creationId="{F1B1EC87-4703-FD9B-5039-F6FAEEBEB070}"/>
          </ac:spMkLst>
        </pc:spChg>
        <pc:spChg chg="del mod">
          <ac:chgData name="Kenny Nguyen" userId="e70b427d9d47929e" providerId="LiveId" clId="{5CBA972C-8650-411D-A6D4-3B8F38B3AFFC}" dt="2025-06-22T00:05:54.058" v="159" actId="478"/>
          <ac:spMkLst>
            <pc:docMk/>
            <pc:sldMk cId="1704685388" sldId="335"/>
            <ac:spMk id="10" creationId="{E1EA7A13-2C1F-6AE2-BF61-EB00EBF8DFC8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14" creationId="{2E12760C-9DD0-5BBF-A31A-5B325BEB822F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16" creationId="{824E2887-B430-87DF-76C7-CFD220E9DAE0}"/>
          </ac:spMkLst>
        </pc:spChg>
        <pc:spChg chg="del">
          <ac:chgData name="Kenny Nguyen" userId="e70b427d9d47929e" providerId="LiveId" clId="{5CBA972C-8650-411D-A6D4-3B8F38B3AFFC}" dt="2025-06-22T00:05:51.148" v="157" actId="478"/>
          <ac:spMkLst>
            <pc:docMk/>
            <pc:sldMk cId="1704685388" sldId="335"/>
            <ac:spMk id="17" creationId="{2C5D209D-4E3E-7A0C-1FE9-89C8489AE8FF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18" creationId="{094FBFC3-7309-F1F3-786D-94F4D9020D3A}"/>
          </ac:spMkLst>
        </pc:spChg>
        <pc:spChg chg="add mod">
          <ac:chgData name="Kenny Nguyen" userId="e70b427d9d47929e" providerId="LiveId" clId="{5CBA972C-8650-411D-A6D4-3B8F38B3AFFC}" dt="2025-06-22T00:05:54.491" v="160"/>
          <ac:spMkLst>
            <pc:docMk/>
            <pc:sldMk cId="1704685388" sldId="335"/>
            <ac:spMk id="22" creationId="{2B6281A2-6E62-F8A2-27EB-0B6E5A63B9C2}"/>
          </ac:spMkLst>
        </pc:spChg>
        <pc:spChg chg="del">
          <ac:chgData name="Kenny Nguyen" userId="e70b427d9d47929e" providerId="LiveId" clId="{5CBA972C-8650-411D-A6D4-3B8F38B3AFFC}" dt="2025-06-21T23:05:49.404" v="27" actId="478"/>
          <ac:spMkLst>
            <pc:docMk/>
            <pc:sldMk cId="1704685388" sldId="335"/>
            <ac:spMk id="22" creationId="{4F3E8B36-AA78-A3EC-C76E-5FA2E3DEF64D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24" creationId="{0B0D89AC-44AF-6AF1-DA09-82A024975603}"/>
          </ac:spMkLst>
        </pc:spChg>
        <pc:spChg chg="add mod">
          <ac:chgData name="Kenny Nguyen" userId="e70b427d9d47929e" providerId="LiveId" clId="{5CBA972C-8650-411D-A6D4-3B8F38B3AFFC}" dt="2025-06-22T00:05:54.491" v="160"/>
          <ac:spMkLst>
            <pc:docMk/>
            <pc:sldMk cId="1704685388" sldId="335"/>
            <ac:spMk id="28" creationId="{78A328DE-6477-BABD-8BA9-9F106141D663}"/>
          </ac:spMkLst>
        </pc:spChg>
        <pc:spChg chg="add del mod ord">
          <ac:chgData name="Kenny Nguyen" userId="e70b427d9d47929e" providerId="LiveId" clId="{5CBA972C-8650-411D-A6D4-3B8F38B3AFFC}" dt="2025-06-21T23:35:42.777" v="113" actId="478"/>
          <ac:spMkLst>
            <pc:docMk/>
            <pc:sldMk cId="1704685388" sldId="335"/>
            <ac:spMk id="28" creationId="{A46FAC1B-6CA8-2808-A7A5-CFB7FA10244E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29" creationId="{C0D17256-97B1-23EE-DB02-0D28A0868A37}"/>
          </ac:spMkLst>
        </pc:spChg>
        <pc:spChg chg="add mod">
          <ac:chgData name="Kenny Nguyen" userId="e70b427d9d47929e" providerId="LiveId" clId="{5CBA972C-8650-411D-A6D4-3B8F38B3AFFC}" dt="2025-06-21T23:35:05.882" v="102"/>
          <ac:spMkLst>
            <pc:docMk/>
            <pc:sldMk cId="1704685388" sldId="335"/>
            <ac:spMk id="30" creationId="{AB90A163-5490-C1A0-C22C-E26DF2EB222E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31" creationId="{EAB7299B-EEA7-D3C9-F57B-B9B2D0ACD3BA}"/>
          </ac:spMkLst>
        </pc:spChg>
        <pc:spChg chg="add mod">
          <ac:chgData name="Kenny Nguyen" userId="e70b427d9d47929e" providerId="LiveId" clId="{5CBA972C-8650-411D-A6D4-3B8F38B3AFFC}" dt="2025-06-21T23:35:42.934" v="114"/>
          <ac:spMkLst>
            <pc:docMk/>
            <pc:sldMk cId="1704685388" sldId="335"/>
            <ac:spMk id="32" creationId="{B882AFC8-308D-E480-A7C4-D42AB5BE5A92}"/>
          </ac:spMkLst>
        </pc:spChg>
        <pc:spChg chg="mod">
          <ac:chgData name="Kenny Nguyen" userId="e70b427d9d47929e" providerId="LiveId" clId="{5CBA972C-8650-411D-A6D4-3B8F38B3AFFC}" dt="2025-06-21T23:04:55.985" v="20" actId="208"/>
          <ac:spMkLst>
            <pc:docMk/>
            <pc:sldMk cId="1704685388" sldId="335"/>
            <ac:spMk id="33" creationId="{5AE5C5BF-D925-3B35-544C-3656D6810C2D}"/>
          </ac:spMkLst>
        </pc:spChg>
        <pc:spChg chg="add mod">
          <ac:chgData name="Kenny Nguyen" userId="e70b427d9d47929e" providerId="LiveId" clId="{5CBA972C-8650-411D-A6D4-3B8F38B3AFFC}" dt="2025-06-22T00:21:39.128" v="312"/>
          <ac:spMkLst>
            <pc:docMk/>
            <pc:sldMk cId="1704685388" sldId="335"/>
            <ac:spMk id="34" creationId="{7678D000-CBCD-5AA5-F156-18391A946A14}"/>
          </ac:spMkLst>
        </pc:spChg>
      </pc:sldChg>
      <pc:sldChg chg="addSp delSp modSp mod">
        <pc:chgData name="Kenny Nguyen" userId="e70b427d9d47929e" providerId="LiveId" clId="{5CBA972C-8650-411D-A6D4-3B8F38B3AFFC}" dt="2025-06-22T00:21:37.985" v="311"/>
        <pc:sldMkLst>
          <pc:docMk/>
          <pc:sldMk cId="56242120" sldId="336"/>
        </pc:sldMkLst>
        <pc:spChg chg="add del mod">
          <ac:chgData name="Kenny Nguyen" userId="e70b427d9d47929e" providerId="LiveId" clId="{5CBA972C-8650-411D-A6D4-3B8F38B3AFFC}" dt="2025-06-21T23:35:45.404" v="115" actId="478"/>
          <ac:spMkLst>
            <pc:docMk/>
            <pc:sldMk cId="56242120" sldId="336"/>
            <ac:spMk id="2" creationId="{A1133999-B135-9797-98D6-09CE6EA0EF54}"/>
          </ac:spMkLst>
        </pc:spChg>
        <pc:spChg chg="add mod">
          <ac:chgData name="Kenny Nguyen" userId="e70b427d9d47929e" providerId="LiveId" clId="{5CBA972C-8650-411D-A6D4-3B8F38B3AFFC}" dt="2025-06-22T00:06:02.112" v="163"/>
          <ac:spMkLst>
            <pc:docMk/>
            <pc:sldMk cId="56242120" sldId="336"/>
            <ac:spMk id="2" creationId="{D0EEF9C3-EF2B-7527-DEA0-E4631083A05A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3" creationId="{5CEBE0DA-F37C-F632-8B8B-35ECAE4AEE6D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9" creationId="{E8C79A4D-E67A-88B8-16D8-D73D472C85B4}"/>
          </ac:spMkLst>
        </pc:spChg>
        <pc:spChg chg="del mod">
          <ac:chgData name="Kenny Nguyen" userId="e70b427d9d47929e" providerId="LiveId" clId="{5CBA972C-8650-411D-A6D4-3B8F38B3AFFC}" dt="2025-06-22T00:06:01.605" v="162" actId="478"/>
          <ac:spMkLst>
            <pc:docMk/>
            <pc:sldMk cId="56242120" sldId="336"/>
            <ac:spMk id="10" creationId="{5B0F9ECB-0EE7-F1C5-3E88-0382EBCECFFD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12" creationId="{C05B678F-A28E-947A-9BDC-7507F47A7498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13" creationId="{285BE2D3-5686-840E-9E84-9BD8D03D7378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15" creationId="{2788BF42-0FDD-BFB3-FBB7-798A34A2285A}"/>
          </ac:spMkLst>
        </pc:spChg>
        <pc:spChg chg="del mod">
          <ac:chgData name="Kenny Nguyen" userId="e70b427d9d47929e" providerId="LiveId" clId="{5CBA972C-8650-411D-A6D4-3B8F38B3AFFC}" dt="2025-06-22T00:05:59.850" v="161" actId="478"/>
          <ac:spMkLst>
            <pc:docMk/>
            <pc:sldMk cId="56242120" sldId="336"/>
            <ac:spMk id="17" creationId="{112F574A-55B3-4193-3F54-0D1ADFF2C357}"/>
          </ac:spMkLst>
        </pc:spChg>
        <pc:spChg chg="add mod">
          <ac:chgData name="Kenny Nguyen" userId="e70b427d9d47929e" providerId="LiveId" clId="{5CBA972C-8650-411D-A6D4-3B8F38B3AFFC}" dt="2025-06-21T23:35:06.991" v="103"/>
          <ac:spMkLst>
            <pc:docMk/>
            <pc:sldMk cId="56242120" sldId="336"/>
            <ac:spMk id="18" creationId="{F7D9C175-6C3A-8425-C64C-4EECA41EA402}"/>
          </ac:spMkLst>
        </pc:spChg>
        <pc:spChg chg="add mod">
          <ac:chgData name="Kenny Nguyen" userId="e70b427d9d47929e" providerId="LiveId" clId="{5CBA972C-8650-411D-A6D4-3B8F38B3AFFC}" dt="2025-06-22T00:06:02.112" v="163"/>
          <ac:spMkLst>
            <pc:docMk/>
            <pc:sldMk cId="56242120" sldId="336"/>
            <ac:spMk id="22" creationId="{A5B07A3E-51F3-F632-26EB-10D77847E94D}"/>
          </ac:spMkLst>
        </pc:spChg>
        <pc:spChg chg="del">
          <ac:chgData name="Kenny Nguyen" userId="e70b427d9d47929e" providerId="LiveId" clId="{5CBA972C-8650-411D-A6D4-3B8F38B3AFFC}" dt="2025-06-21T23:05:47.659" v="26" actId="478"/>
          <ac:spMkLst>
            <pc:docMk/>
            <pc:sldMk cId="56242120" sldId="336"/>
            <ac:spMk id="22" creationId="{E1C37262-CAB6-7E23-125F-AB3809836639}"/>
          </ac:spMkLst>
        </pc:spChg>
        <pc:spChg chg="add mod">
          <ac:chgData name="Kenny Nguyen" userId="e70b427d9d47929e" providerId="LiveId" clId="{5CBA972C-8650-411D-A6D4-3B8F38B3AFFC}" dt="2025-06-21T23:35:45.638" v="116"/>
          <ac:spMkLst>
            <pc:docMk/>
            <pc:sldMk cId="56242120" sldId="336"/>
            <ac:spMk id="24" creationId="{709283F7-9F14-F5CE-488F-96EC4C949C32}"/>
          </ac:spMkLst>
        </pc:spChg>
        <pc:spChg chg="add mod">
          <ac:chgData name="Kenny Nguyen" userId="e70b427d9d47929e" providerId="LiveId" clId="{5CBA972C-8650-411D-A6D4-3B8F38B3AFFC}" dt="2025-06-22T00:21:37.985" v="311"/>
          <ac:spMkLst>
            <pc:docMk/>
            <pc:sldMk cId="56242120" sldId="336"/>
            <ac:spMk id="27" creationId="{7483885E-C721-864C-FFEA-1205C6620EB7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28" creationId="{0B9BBFF8-EC6F-D94C-0458-D785D8A2116A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30" creationId="{61317CB8-A814-E2D6-B2CA-B856C34836EC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32" creationId="{F86F3372-D78F-3F48-1287-1650A6EB1A9E}"/>
          </ac:spMkLst>
        </pc:spChg>
        <pc:spChg chg="mod">
          <ac:chgData name="Kenny Nguyen" userId="e70b427d9d47929e" providerId="LiveId" clId="{5CBA972C-8650-411D-A6D4-3B8F38B3AFFC}" dt="2025-06-21T23:05:12.527" v="21" actId="208"/>
          <ac:spMkLst>
            <pc:docMk/>
            <pc:sldMk cId="56242120" sldId="336"/>
            <ac:spMk id="38" creationId="{F611BEF0-328C-AFA6-01D4-C195029249BF}"/>
          </ac:spMkLst>
        </pc:spChg>
      </pc:sldChg>
      <pc:sldChg chg="addSp delSp modSp mod">
        <pc:chgData name="Kenny Nguyen" userId="e70b427d9d47929e" providerId="LiveId" clId="{5CBA972C-8650-411D-A6D4-3B8F38B3AFFC}" dt="2025-06-22T00:21:37.375" v="310"/>
        <pc:sldMkLst>
          <pc:docMk/>
          <pc:sldMk cId="2847287991" sldId="337"/>
        </pc:sldMkLst>
        <pc:spChg chg="add mod">
          <ac:chgData name="Kenny Nguyen" userId="e70b427d9d47929e" providerId="LiveId" clId="{5CBA972C-8650-411D-A6D4-3B8F38B3AFFC}" dt="2025-06-22T00:06:09.999" v="166"/>
          <ac:spMkLst>
            <pc:docMk/>
            <pc:sldMk cId="2847287991" sldId="337"/>
            <ac:spMk id="2" creationId="{7FFF66BB-5C2E-832B-1826-34FF01C67519}"/>
          </ac:spMkLst>
        </pc:spChg>
        <pc:spChg chg="add del mod">
          <ac:chgData name="Kenny Nguyen" userId="e70b427d9d47929e" providerId="LiveId" clId="{5CBA972C-8650-411D-A6D4-3B8F38B3AFFC}" dt="2025-06-21T23:35:48.701" v="117" actId="478"/>
          <ac:spMkLst>
            <pc:docMk/>
            <pc:sldMk cId="2847287991" sldId="337"/>
            <ac:spMk id="2" creationId="{E87AAD3F-18A5-598E-669F-913B7585AB4F}"/>
          </ac:spMkLst>
        </pc:spChg>
        <pc:spChg chg="mod">
          <ac:chgData name="Kenny Nguyen" userId="e70b427d9d47929e" providerId="LiveId" clId="{5CBA972C-8650-411D-A6D4-3B8F38B3AFFC}" dt="2025-06-21T23:05:32.536" v="22" actId="208"/>
          <ac:spMkLst>
            <pc:docMk/>
            <pc:sldMk cId="2847287991" sldId="337"/>
            <ac:spMk id="3" creationId="{349A4BC2-C765-F1EB-AAD1-0CD299CF2240}"/>
          </ac:spMkLst>
        </pc:spChg>
        <pc:spChg chg="mod">
          <ac:chgData name="Kenny Nguyen" userId="e70b427d9d47929e" providerId="LiveId" clId="{5CBA972C-8650-411D-A6D4-3B8F38B3AFFC}" dt="2025-06-21T23:05:32.536" v="22" actId="208"/>
          <ac:spMkLst>
            <pc:docMk/>
            <pc:sldMk cId="2847287991" sldId="337"/>
            <ac:spMk id="9" creationId="{3E5AA6F3-215A-F73E-1A90-6914D1871165}"/>
          </ac:spMkLst>
        </pc:spChg>
        <pc:spChg chg="del mod">
          <ac:chgData name="Kenny Nguyen" userId="e70b427d9d47929e" providerId="LiveId" clId="{5CBA972C-8650-411D-A6D4-3B8F38B3AFFC}" dt="2025-06-22T00:06:09.719" v="165" actId="478"/>
          <ac:spMkLst>
            <pc:docMk/>
            <pc:sldMk cId="2847287991" sldId="337"/>
            <ac:spMk id="10" creationId="{A8DC1742-1FE9-1920-4E77-FD9C515C2109}"/>
          </ac:spMkLst>
        </pc:spChg>
        <pc:spChg chg="mod">
          <ac:chgData name="Kenny Nguyen" userId="e70b427d9d47929e" providerId="LiveId" clId="{5CBA972C-8650-411D-A6D4-3B8F38B3AFFC}" dt="2025-06-21T23:05:32.536" v="22" actId="208"/>
          <ac:spMkLst>
            <pc:docMk/>
            <pc:sldMk cId="2847287991" sldId="337"/>
            <ac:spMk id="11" creationId="{7B607614-F5B2-F566-4013-FD7AEA69216D}"/>
          </ac:spMkLst>
        </pc:spChg>
        <pc:spChg chg="mod">
          <ac:chgData name="Kenny Nguyen" userId="e70b427d9d47929e" providerId="LiveId" clId="{5CBA972C-8650-411D-A6D4-3B8F38B3AFFC}" dt="2025-06-21T23:05:32.536" v="22" actId="208"/>
          <ac:spMkLst>
            <pc:docMk/>
            <pc:sldMk cId="2847287991" sldId="337"/>
            <ac:spMk id="13" creationId="{7273C278-3453-0ED6-CB30-40DA41C163E0}"/>
          </ac:spMkLst>
        </pc:spChg>
        <pc:spChg chg="mod">
          <ac:chgData name="Kenny Nguyen" userId="e70b427d9d47929e" providerId="LiveId" clId="{5CBA972C-8650-411D-A6D4-3B8F38B3AFFC}" dt="2025-06-21T23:05:32.536" v="22" actId="208"/>
          <ac:spMkLst>
            <pc:docMk/>
            <pc:sldMk cId="2847287991" sldId="337"/>
            <ac:spMk id="14" creationId="{2F1B5E4A-45DB-5002-B005-E3D50BE3200E}"/>
          </ac:spMkLst>
        </pc:spChg>
        <pc:spChg chg="del">
          <ac:chgData name="Kenny Nguyen" userId="e70b427d9d47929e" providerId="LiveId" clId="{5CBA972C-8650-411D-A6D4-3B8F38B3AFFC}" dt="2025-06-22T00:11:50.847" v="200" actId="478"/>
          <ac:spMkLst>
            <pc:docMk/>
            <pc:sldMk cId="2847287991" sldId="337"/>
            <ac:spMk id="15" creationId="{6D2F2543-B48F-E193-7D10-AA8A0E4045B8}"/>
          </ac:spMkLst>
        </pc:spChg>
        <pc:spChg chg="del">
          <ac:chgData name="Kenny Nguyen" userId="e70b427d9d47929e" providerId="LiveId" clId="{5CBA972C-8650-411D-A6D4-3B8F38B3AFFC}" dt="2025-06-22T00:11:51.706" v="201" actId="478"/>
          <ac:spMkLst>
            <pc:docMk/>
            <pc:sldMk cId="2847287991" sldId="337"/>
            <ac:spMk id="16" creationId="{20D9F230-3822-C039-624A-9B23EC0768F5}"/>
          </ac:spMkLst>
        </pc:spChg>
        <pc:spChg chg="del">
          <ac:chgData name="Kenny Nguyen" userId="e70b427d9d47929e" providerId="LiveId" clId="{5CBA972C-8650-411D-A6D4-3B8F38B3AFFC}" dt="2025-06-22T00:06:06.992" v="164" actId="478"/>
          <ac:spMkLst>
            <pc:docMk/>
            <pc:sldMk cId="2847287991" sldId="337"/>
            <ac:spMk id="17" creationId="{EF12269E-6BBE-50F7-04A1-41761F769D22}"/>
          </ac:spMkLst>
        </pc:spChg>
        <pc:spChg chg="add mod">
          <ac:chgData name="Kenny Nguyen" userId="e70b427d9d47929e" providerId="LiveId" clId="{5CBA972C-8650-411D-A6D4-3B8F38B3AFFC}" dt="2025-06-21T23:35:08.187" v="104"/>
          <ac:spMkLst>
            <pc:docMk/>
            <pc:sldMk cId="2847287991" sldId="337"/>
            <ac:spMk id="18" creationId="{D5D3EF95-5064-3B49-2A0E-09DF86C3E643}"/>
          </ac:spMkLst>
        </pc:spChg>
        <pc:spChg chg="add mod">
          <ac:chgData name="Kenny Nguyen" userId="e70b427d9d47929e" providerId="LiveId" clId="{5CBA972C-8650-411D-A6D4-3B8F38B3AFFC}" dt="2025-06-22T00:06:09.999" v="166"/>
          <ac:spMkLst>
            <pc:docMk/>
            <pc:sldMk cId="2847287991" sldId="337"/>
            <ac:spMk id="22" creationId="{037E758E-626A-DE9F-06D2-70A5E95FD76F}"/>
          </ac:spMkLst>
        </pc:spChg>
        <pc:spChg chg="del">
          <ac:chgData name="Kenny Nguyen" userId="e70b427d9d47929e" providerId="LiveId" clId="{5CBA972C-8650-411D-A6D4-3B8F38B3AFFC}" dt="2025-06-21T23:05:46.028" v="25" actId="478"/>
          <ac:spMkLst>
            <pc:docMk/>
            <pc:sldMk cId="2847287991" sldId="337"/>
            <ac:spMk id="22" creationId="{4A21C40C-C10D-834F-74CD-B2BE7E554F27}"/>
          </ac:spMkLst>
        </pc:spChg>
        <pc:spChg chg="mod">
          <ac:chgData name="Kenny Nguyen" userId="e70b427d9d47929e" providerId="LiveId" clId="{5CBA972C-8650-411D-A6D4-3B8F38B3AFFC}" dt="2025-06-21T23:05:32.536" v="22" actId="208"/>
          <ac:spMkLst>
            <pc:docMk/>
            <pc:sldMk cId="2847287991" sldId="337"/>
            <ac:spMk id="24" creationId="{D47CB3E9-D87D-97B4-9FC4-EB2EE4F8674A}"/>
          </ac:spMkLst>
        </pc:spChg>
        <pc:spChg chg="add mod">
          <ac:chgData name="Kenny Nguyen" userId="e70b427d9d47929e" providerId="LiveId" clId="{5CBA972C-8650-411D-A6D4-3B8F38B3AFFC}" dt="2025-06-21T23:35:48.951" v="118"/>
          <ac:spMkLst>
            <pc:docMk/>
            <pc:sldMk cId="2847287991" sldId="337"/>
            <ac:spMk id="27" creationId="{93D14643-63BA-0EE1-AEA7-BA4513A47E6C}"/>
          </ac:spMkLst>
        </pc:spChg>
        <pc:spChg chg="mod">
          <ac:chgData name="Kenny Nguyen" userId="e70b427d9d47929e" providerId="LiveId" clId="{5CBA972C-8650-411D-A6D4-3B8F38B3AFFC}" dt="2025-06-21T23:05:32.536" v="22" actId="208"/>
          <ac:spMkLst>
            <pc:docMk/>
            <pc:sldMk cId="2847287991" sldId="337"/>
            <ac:spMk id="28" creationId="{840414AD-D566-5FFC-DEEB-A2AE2002A0B6}"/>
          </ac:spMkLst>
        </pc:spChg>
        <pc:spChg chg="add mod">
          <ac:chgData name="Kenny Nguyen" userId="e70b427d9d47929e" providerId="LiveId" clId="{5CBA972C-8650-411D-A6D4-3B8F38B3AFFC}" dt="2025-06-22T00:21:37.375" v="310"/>
          <ac:spMkLst>
            <pc:docMk/>
            <pc:sldMk cId="2847287991" sldId="337"/>
            <ac:spMk id="29" creationId="{1F1A0F33-2FCC-638E-4C76-31FE4C74EBEF}"/>
          </ac:spMkLst>
        </pc:spChg>
        <pc:spChg chg="del mod">
          <ac:chgData name="Kenny Nguyen" userId="e70b427d9d47929e" providerId="LiveId" clId="{5CBA972C-8650-411D-A6D4-3B8F38B3AFFC}" dt="2025-06-22T00:11:52.571" v="202" actId="478"/>
          <ac:spMkLst>
            <pc:docMk/>
            <pc:sldMk cId="2847287991" sldId="337"/>
            <ac:spMk id="30" creationId="{8CFFC204-C440-86E0-A41A-03994AB75BF0}"/>
          </ac:spMkLst>
        </pc:spChg>
        <pc:spChg chg="mod">
          <ac:chgData name="Kenny Nguyen" userId="e70b427d9d47929e" providerId="LiveId" clId="{5CBA972C-8650-411D-A6D4-3B8F38B3AFFC}" dt="2025-06-21T23:05:32.536" v="22" actId="208"/>
          <ac:spMkLst>
            <pc:docMk/>
            <pc:sldMk cId="2847287991" sldId="337"/>
            <ac:spMk id="37" creationId="{DFDEA344-BBE3-B5BD-C937-C174AF9A293A}"/>
          </ac:spMkLst>
        </pc:spChg>
      </pc:sldChg>
      <pc:sldChg chg="addSp delSp modSp mod">
        <pc:chgData name="Kenny Nguyen" userId="e70b427d9d47929e" providerId="LiveId" clId="{5CBA972C-8650-411D-A6D4-3B8F38B3AFFC}" dt="2025-06-22T00:21:39.779" v="313"/>
        <pc:sldMkLst>
          <pc:docMk/>
          <pc:sldMk cId="3097228237" sldId="338"/>
        </pc:sldMkLst>
        <pc:spChg chg="add mod">
          <ac:chgData name="Kenny Nguyen" userId="e70b427d9d47929e" providerId="LiveId" clId="{5CBA972C-8650-411D-A6D4-3B8F38B3AFFC}" dt="2025-06-22T00:21:39.779" v="313"/>
          <ac:spMkLst>
            <pc:docMk/>
            <pc:sldMk cId="3097228237" sldId="338"/>
            <ac:spMk id="2" creationId="{1AF477FC-DC30-08A9-8E59-E87BB1EB4EEB}"/>
          </ac:spMkLst>
        </pc:spChg>
        <pc:spChg chg="add del mod">
          <ac:chgData name="Kenny Nguyen" userId="e70b427d9d47929e" providerId="LiveId" clId="{5CBA972C-8650-411D-A6D4-3B8F38B3AFFC}" dt="2025-06-21T23:35:40.220" v="111" actId="478"/>
          <ac:spMkLst>
            <pc:docMk/>
            <pc:sldMk cId="3097228237" sldId="338"/>
            <ac:spMk id="2" creationId="{A3F4DF20-2F87-3C9E-2207-17F85D7193E4}"/>
          </ac:spMkLst>
        </pc:spChg>
        <pc:spChg chg="add del">
          <ac:chgData name="Kenny Nguyen" userId="e70b427d9d47929e" providerId="LiveId" clId="{5CBA972C-8650-411D-A6D4-3B8F38B3AFFC}" dt="2025-06-22T00:04:57.605" v="131" actId="478"/>
          <ac:spMkLst>
            <pc:docMk/>
            <pc:sldMk cId="3097228237" sldId="338"/>
            <ac:spMk id="10" creationId="{BCF17762-04F9-EA10-CB2A-789E15C5BA5D}"/>
          </ac:spMkLst>
        </pc:spChg>
        <pc:spChg chg="mod">
          <ac:chgData name="Kenny Nguyen" userId="e70b427d9d47929e" providerId="LiveId" clId="{5CBA972C-8650-411D-A6D4-3B8F38B3AFFC}" dt="2025-06-22T00:05:32.778" v="156" actId="1036"/>
          <ac:spMkLst>
            <pc:docMk/>
            <pc:sldMk cId="3097228237" sldId="338"/>
            <ac:spMk id="11" creationId="{24D025C4-14BE-326F-D4B6-C24574228214}"/>
          </ac:spMkLst>
        </pc:spChg>
        <pc:spChg chg="add mod">
          <ac:chgData name="Kenny Nguyen" userId="e70b427d9d47929e" providerId="LiveId" clId="{5CBA972C-8650-411D-A6D4-3B8F38B3AFFC}" dt="2025-06-21T23:35:04.551" v="101"/>
          <ac:spMkLst>
            <pc:docMk/>
            <pc:sldMk cId="3097228237" sldId="338"/>
            <ac:spMk id="12" creationId="{0788A002-0454-B9A6-D676-6F28F8C83377}"/>
          </ac:spMkLst>
        </pc:spChg>
        <pc:spChg chg="mod">
          <ac:chgData name="Kenny Nguyen" userId="e70b427d9d47929e" providerId="LiveId" clId="{5CBA972C-8650-411D-A6D4-3B8F38B3AFFC}" dt="2025-06-21T23:04:44.070" v="19" actId="208"/>
          <ac:spMkLst>
            <pc:docMk/>
            <pc:sldMk cId="3097228237" sldId="338"/>
            <ac:spMk id="13" creationId="{FED9206E-0E9F-1F5B-F98F-DA3CD279BCF8}"/>
          </ac:spMkLst>
        </pc:spChg>
        <pc:spChg chg="add mod">
          <ac:chgData name="Kenny Nguyen" userId="e70b427d9d47929e" providerId="LiveId" clId="{5CBA972C-8650-411D-A6D4-3B8F38B3AFFC}" dt="2025-06-21T23:35:40.373" v="112"/>
          <ac:spMkLst>
            <pc:docMk/>
            <pc:sldMk cId="3097228237" sldId="338"/>
            <ac:spMk id="14" creationId="{24344396-F704-3D4E-576B-77A6F6F20EDC}"/>
          </ac:spMkLst>
        </pc:spChg>
        <pc:spChg chg="mod">
          <ac:chgData name="Kenny Nguyen" userId="e70b427d9d47929e" providerId="LiveId" clId="{5CBA972C-8650-411D-A6D4-3B8F38B3AFFC}" dt="2025-06-22T00:04:59.905" v="137" actId="1035"/>
          <ac:spMkLst>
            <pc:docMk/>
            <pc:sldMk cId="3097228237" sldId="338"/>
            <ac:spMk id="15" creationId="{DDABDAAE-8959-8293-1671-CB9D0323812A}"/>
          </ac:spMkLst>
        </pc:spChg>
        <pc:spChg chg="add del">
          <ac:chgData name="Kenny Nguyen" userId="e70b427d9d47929e" providerId="LiveId" clId="{5CBA972C-8650-411D-A6D4-3B8F38B3AFFC}" dt="2025-06-22T00:05:12.407" v="149" actId="478"/>
          <ac:spMkLst>
            <pc:docMk/>
            <pc:sldMk cId="3097228237" sldId="338"/>
            <ac:spMk id="17" creationId="{53FA0EE1-9E70-2B45-B0DA-AA538CB57E21}"/>
          </ac:spMkLst>
        </pc:spChg>
        <pc:spChg chg="mod">
          <ac:chgData name="Kenny Nguyen" userId="e70b427d9d47929e" providerId="LiveId" clId="{5CBA972C-8650-411D-A6D4-3B8F38B3AFFC}" dt="2025-06-21T23:04:44.070" v="19" actId="208"/>
          <ac:spMkLst>
            <pc:docMk/>
            <pc:sldMk cId="3097228237" sldId="338"/>
            <ac:spMk id="18" creationId="{66487D5B-E5D9-6B57-4189-9D84CF099DC7}"/>
          </ac:spMkLst>
        </pc:spChg>
        <pc:spChg chg="del">
          <ac:chgData name="Kenny Nguyen" userId="e70b427d9d47929e" providerId="LiveId" clId="{5CBA972C-8650-411D-A6D4-3B8F38B3AFFC}" dt="2025-06-21T23:05:51.915" v="28" actId="478"/>
          <ac:spMkLst>
            <pc:docMk/>
            <pc:sldMk cId="3097228237" sldId="338"/>
            <ac:spMk id="22" creationId="{6E01F779-F220-96A2-F434-68D6E5581B13}"/>
          </ac:spMkLst>
        </pc:spChg>
        <pc:spChg chg="mod">
          <ac:chgData name="Kenny Nguyen" userId="e70b427d9d47929e" providerId="LiveId" clId="{5CBA972C-8650-411D-A6D4-3B8F38B3AFFC}" dt="2025-06-21T23:04:44.070" v="19" actId="208"/>
          <ac:spMkLst>
            <pc:docMk/>
            <pc:sldMk cId="3097228237" sldId="338"/>
            <ac:spMk id="27" creationId="{F05D8FF4-99EE-1CCB-2014-AB05F851476B}"/>
          </ac:spMkLst>
        </pc:spChg>
        <pc:spChg chg="mod">
          <ac:chgData name="Kenny Nguyen" userId="e70b427d9d47929e" providerId="LiveId" clId="{5CBA972C-8650-411D-A6D4-3B8F38B3AFFC}" dt="2025-06-21T23:04:44.070" v="19" actId="208"/>
          <ac:spMkLst>
            <pc:docMk/>
            <pc:sldMk cId="3097228237" sldId="338"/>
            <ac:spMk id="29" creationId="{03EC7328-90D7-F775-F833-D5F446664C9F}"/>
          </ac:spMkLst>
        </pc:spChg>
        <pc:spChg chg="mod">
          <ac:chgData name="Kenny Nguyen" userId="e70b427d9d47929e" providerId="LiveId" clId="{5CBA972C-8650-411D-A6D4-3B8F38B3AFFC}" dt="2025-06-21T23:04:44.070" v="19" actId="208"/>
          <ac:spMkLst>
            <pc:docMk/>
            <pc:sldMk cId="3097228237" sldId="338"/>
            <ac:spMk id="31" creationId="{27681BF6-5E18-773C-A69F-936E6A39523D}"/>
          </ac:spMkLst>
        </pc:spChg>
      </pc:sldChg>
      <pc:sldChg chg="addSp delSp modSp mod">
        <pc:chgData name="Kenny Nguyen" userId="e70b427d9d47929e" providerId="LiveId" clId="{5CBA972C-8650-411D-A6D4-3B8F38B3AFFC}" dt="2025-06-22T00:21:34.968" v="309"/>
        <pc:sldMkLst>
          <pc:docMk/>
          <pc:sldMk cId="3555020126" sldId="339"/>
        </pc:sldMkLst>
        <pc:spChg chg="mod">
          <ac:chgData name="Kenny Nguyen" userId="e70b427d9d47929e" providerId="LiveId" clId="{5CBA972C-8650-411D-A6D4-3B8F38B3AFFC}" dt="2025-06-21T23:05:41.587" v="23" actId="208"/>
          <ac:spMkLst>
            <pc:docMk/>
            <pc:sldMk cId="3555020126" sldId="339"/>
            <ac:spMk id="2" creationId="{A8DB8885-6ECC-9BD7-D67C-9849A3835167}"/>
          </ac:spMkLst>
        </pc:spChg>
        <pc:spChg chg="mod">
          <ac:chgData name="Kenny Nguyen" userId="e70b427d9d47929e" providerId="LiveId" clId="{5CBA972C-8650-411D-A6D4-3B8F38B3AFFC}" dt="2025-06-21T23:05:41.587" v="23" actId="208"/>
          <ac:spMkLst>
            <pc:docMk/>
            <pc:sldMk cId="3555020126" sldId="339"/>
            <ac:spMk id="3" creationId="{A016FEF9-027C-C150-AE63-90180D7682C8}"/>
          </ac:spMkLst>
        </pc:spChg>
        <pc:spChg chg="mod">
          <ac:chgData name="Kenny Nguyen" userId="e70b427d9d47929e" providerId="LiveId" clId="{5CBA972C-8650-411D-A6D4-3B8F38B3AFFC}" dt="2025-06-21T23:05:41.587" v="23" actId="208"/>
          <ac:spMkLst>
            <pc:docMk/>
            <pc:sldMk cId="3555020126" sldId="339"/>
            <ac:spMk id="9" creationId="{442FF8D0-29D2-E899-96FE-FE6A0E287B16}"/>
          </ac:spMkLst>
        </pc:spChg>
        <pc:spChg chg="del mod">
          <ac:chgData name="Kenny Nguyen" userId="e70b427d9d47929e" providerId="LiveId" clId="{5CBA972C-8650-411D-A6D4-3B8F38B3AFFC}" dt="2025-06-22T00:06:14.099" v="168" actId="478"/>
          <ac:spMkLst>
            <pc:docMk/>
            <pc:sldMk cId="3555020126" sldId="339"/>
            <ac:spMk id="10" creationId="{65A49E8A-8C6F-FE83-B1D6-D37158BA0CC5}"/>
          </ac:spMkLst>
        </pc:spChg>
        <pc:spChg chg="del">
          <ac:chgData name="Kenny Nguyen" userId="e70b427d9d47929e" providerId="LiveId" clId="{5CBA972C-8650-411D-A6D4-3B8F38B3AFFC}" dt="2025-06-21T23:03:23.473" v="14" actId="478"/>
          <ac:spMkLst>
            <pc:docMk/>
            <pc:sldMk cId="3555020126" sldId="339"/>
            <ac:spMk id="11" creationId="{492C38C7-5917-119C-744B-46C94076E736}"/>
          </ac:spMkLst>
        </pc:spChg>
        <pc:spChg chg="add mod">
          <ac:chgData name="Kenny Nguyen" userId="e70b427d9d47929e" providerId="LiveId" clId="{5CBA972C-8650-411D-A6D4-3B8F38B3AFFC}" dt="2025-06-22T00:06:15.980" v="170"/>
          <ac:spMkLst>
            <pc:docMk/>
            <pc:sldMk cId="3555020126" sldId="339"/>
            <ac:spMk id="11" creationId="{83F44FEE-A44D-E4AA-0D4C-B81667F36675}"/>
          </ac:spMkLst>
        </pc:spChg>
        <pc:spChg chg="add del mod">
          <ac:chgData name="Kenny Nguyen" userId="e70b427d9d47929e" providerId="LiveId" clId="{5CBA972C-8650-411D-A6D4-3B8F38B3AFFC}" dt="2025-06-21T23:35:51.474" v="119" actId="478"/>
          <ac:spMkLst>
            <pc:docMk/>
            <pc:sldMk cId="3555020126" sldId="339"/>
            <ac:spMk id="13" creationId="{5FC1DF40-D951-6582-8577-6480480A9059}"/>
          </ac:spMkLst>
        </pc:spChg>
        <pc:spChg chg="add mod">
          <ac:chgData name="Kenny Nguyen" userId="e70b427d9d47929e" providerId="LiveId" clId="{5CBA972C-8650-411D-A6D4-3B8F38B3AFFC}" dt="2025-06-22T00:06:15.980" v="170"/>
          <ac:spMkLst>
            <pc:docMk/>
            <pc:sldMk cId="3555020126" sldId="339"/>
            <ac:spMk id="13" creationId="{C19CECBA-AE2B-D991-CC9C-D27C664A5CF0}"/>
          </ac:spMkLst>
        </pc:spChg>
        <pc:spChg chg="add mod">
          <ac:chgData name="Kenny Nguyen" userId="e70b427d9d47929e" providerId="LiveId" clId="{5CBA972C-8650-411D-A6D4-3B8F38B3AFFC}" dt="2025-06-21T23:35:08.851" v="105"/>
          <ac:spMkLst>
            <pc:docMk/>
            <pc:sldMk cId="3555020126" sldId="339"/>
            <ac:spMk id="14" creationId="{E235DCD1-DA65-2EF9-DA73-B4D7812F7956}"/>
          </ac:spMkLst>
        </pc:spChg>
        <pc:spChg chg="add mod">
          <ac:chgData name="Kenny Nguyen" userId="e70b427d9d47929e" providerId="LiveId" clId="{5CBA972C-8650-411D-A6D4-3B8F38B3AFFC}" dt="2025-06-21T23:35:51.684" v="120"/>
          <ac:spMkLst>
            <pc:docMk/>
            <pc:sldMk cId="3555020126" sldId="339"/>
            <ac:spMk id="15" creationId="{7DD3FEAD-C0F8-542D-96C7-FE1BA99BEB2C}"/>
          </ac:spMkLst>
        </pc:spChg>
        <pc:spChg chg="add mod">
          <ac:chgData name="Kenny Nguyen" userId="e70b427d9d47929e" providerId="LiveId" clId="{5CBA972C-8650-411D-A6D4-3B8F38B3AFFC}" dt="2025-06-22T00:12:00.978" v="204"/>
          <ac:spMkLst>
            <pc:docMk/>
            <pc:sldMk cId="3555020126" sldId="339"/>
            <ac:spMk id="16" creationId="{E6D7A33D-2C54-D636-CA48-AAD6B3186C50}"/>
          </ac:spMkLst>
        </pc:spChg>
        <pc:spChg chg="del mod">
          <ac:chgData name="Kenny Nguyen" userId="e70b427d9d47929e" providerId="LiveId" clId="{5CBA972C-8650-411D-A6D4-3B8F38B3AFFC}" dt="2025-06-22T00:06:15.699" v="169" actId="478"/>
          <ac:spMkLst>
            <pc:docMk/>
            <pc:sldMk cId="3555020126" sldId="339"/>
            <ac:spMk id="17" creationId="{D048B966-495C-CC5B-55E8-BA585941D457}"/>
          </ac:spMkLst>
        </pc:spChg>
        <pc:spChg chg="mod">
          <ac:chgData name="Kenny Nguyen" userId="e70b427d9d47929e" providerId="LiveId" clId="{5CBA972C-8650-411D-A6D4-3B8F38B3AFFC}" dt="2025-06-21T23:05:41.587" v="23" actId="208"/>
          <ac:spMkLst>
            <pc:docMk/>
            <pc:sldMk cId="3555020126" sldId="339"/>
            <ac:spMk id="18" creationId="{4697D9F8-E79D-2BEB-0047-2DCA0BD53185}"/>
          </ac:spMkLst>
        </pc:spChg>
        <pc:spChg chg="mod">
          <ac:chgData name="Kenny Nguyen" userId="e70b427d9d47929e" providerId="LiveId" clId="{5CBA972C-8650-411D-A6D4-3B8F38B3AFFC}" dt="2025-06-22T00:12:13.603" v="207" actId="207"/>
          <ac:spMkLst>
            <pc:docMk/>
            <pc:sldMk cId="3555020126" sldId="339"/>
            <ac:spMk id="21" creationId="{92BCB0B9-7861-1411-D98E-A6392ACF23B3}"/>
          </ac:spMkLst>
        </pc:spChg>
        <pc:spChg chg="add mod">
          <ac:chgData name="Kenny Nguyen" userId="e70b427d9d47929e" providerId="LiveId" clId="{5CBA972C-8650-411D-A6D4-3B8F38B3AFFC}" dt="2025-06-22T00:12:00.978" v="204"/>
          <ac:spMkLst>
            <pc:docMk/>
            <pc:sldMk cId="3555020126" sldId="339"/>
            <ac:spMk id="22" creationId="{0F2FA9CA-ABB1-F559-3EC3-62FD44B7E94D}"/>
          </ac:spMkLst>
        </pc:spChg>
        <pc:spChg chg="del">
          <ac:chgData name="Kenny Nguyen" userId="e70b427d9d47929e" providerId="LiveId" clId="{5CBA972C-8650-411D-A6D4-3B8F38B3AFFC}" dt="2025-06-21T23:05:44.068" v="24" actId="478"/>
          <ac:spMkLst>
            <pc:docMk/>
            <pc:sldMk cId="3555020126" sldId="339"/>
            <ac:spMk id="22" creationId="{89B04B86-6F8B-59D8-B6DF-D1E76F4092A2}"/>
          </ac:spMkLst>
        </pc:spChg>
        <pc:spChg chg="del">
          <ac:chgData name="Kenny Nguyen" userId="e70b427d9d47929e" providerId="LiveId" clId="{5CBA972C-8650-411D-A6D4-3B8F38B3AFFC}" dt="2025-06-21T23:03:25.095" v="15" actId="478"/>
          <ac:spMkLst>
            <pc:docMk/>
            <pc:sldMk cId="3555020126" sldId="339"/>
            <ac:spMk id="24" creationId="{B670CA6C-6D63-6789-0B65-93FADCBE7159}"/>
          </ac:spMkLst>
        </pc:spChg>
        <pc:spChg chg="add mod">
          <ac:chgData name="Kenny Nguyen" userId="e70b427d9d47929e" providerId="LiveId" clId="{5CBA972C-8650-411D-A6D4-3B8F38B3AFFC}" dt="2025-06-22T00:21:34.968" v="309"/>
          <ac:spMkLst>
            <pc:docMk/>
            <pc:sldMk cId="3555020126" sldId="339"/>
            <ac:spMk id="24" creationId="{DAF3E95D-53D9-07E9-90F2-3B3870DFF7A8}"/>
          </ac:spMkLst>
        </pc:spChg>
        <pc:spChg chg="mod">
          <ac:chgData name="Kenny Nguyen" userId="e70b427d9d47929e" providerId="LiveId" clId="{5CBA972C-8650-411D-A6D4-3B8F38B3AFFC}" dt="2025-06-21T23:05:41.587" v="23" actId="208"/>
          <ac:spMkLst>
            <pc:docMk/>
            <pc:sldMk cId="3555020126" sldId="339"/>
            <ac:spMk id="32" creationId="{ACD48F0C-E96E-40CD-7464-EBB2B9E11A04}"/>
          </ac:spMkLst>
        </pc:spChg>
        <pc:spChg chg="del mod">
          <ac:chgData name="Kenny Nguyen" userId="e70b427d9d47929e" providerId="LiveId" clId="{5CBA972C-8650-411D-A6D4-3B8F38B3AFFC}" dt="2025-06-22T00:11:55.764" v="203" actId="478"/>
          <ac:spMkLst>
            <pc:docMk/>
            <pc:sldMk cId="3555020126" sldId="339"/>
            <ac:spMk id="34" creationId="{0C1E52A8-1AE4-233C-FFE3-E0085645B1DD}"/>
          </ac:spMkLst>
        </pc:spChg>
        <pc:spChg chg="mod">
          <ac:chgData name="Kenny Nguyen" userId="e70b427d9d47929e" providerId="LiveId" clId="{5CBA972C-8650-411D-A6D4-3B8F38B3AFFC}" dt="2025-06-21T23:05:41.587" v="23" actId="208"/>
          <ac:spMkLst>
            <pc:docMk/>
            <pc:sldMk cId="3555020126" sldId="339"/>
            <ac:spMk id="36" creationId="{D05A2F4A-1060-E3A6-A4C9-67825E45881E}"/>
          </ac:spMkLst>
        </pc:spChg>
      </pc:sldChg>
      <pc:sldChg chg="addSp delSp modSp add mod">
        <pc:chgData name="Kenny Nguyen" userId="e70b427d9d47929e" providerId="LiveId" clId="{5CBA972C-8650-411D-A6D4-3B8F38B3AFFC}" dt="2025-06-22T00:21:30.279" v="305"/>
        <pc:sldMkLst>
          <pc:docMk/>
          <pc:sldMk cId="2944809539" sldId="340"/>
        </pc:sldMkLst>
        <pc:spChg chg="add del mod">
          <ac:chgData name="Kenny Nguyen" userId="e70b427d9d47929e" providerId="LiveId" clId="{5CBA972C-8650-411D-A6D4-3B8F38B3AFFC}" dt="2025-06-22T00:14:54.318" v="240" actId="478"/>
          <ac:spMkLst>
            <pc:docMk/>
            <pc:sldMk cId="2944809539" sldId="340"/>
            <ac:spMk id="10" creationId="{8530806A-9A40-D313-6001-3FF3DB12B65C}"/>
          </ac:spMkLst>
        </pc:spChg>
        <pc:spChg chg="add mod">
          <ac:chgData name="Kenny Nguyen" userId="e70b427d9d47929e" providerId="LiveId" clId="{5CBA972C-8650-411D-A6D4-3B8F38B3AFFC}" dt="2025-06-22T00:12:58.642" v="221" actId="1076"/>
          <ac:spMkLst>
            <pc:docMk/>
            <pc:sldMk cId="2944809539" sldId="340"/>
            <ac:spMk id="17" creationId="{40CDC1C0-5066-C8B5-94C1-1094E76BB582}"/>
          </ac:spMkLst>
        </pc:spChg>
        <pc:spChg chg="add mod">
          <ac:chgData name="Kenny Nguyen" userId="e70b427d9d47929e" providerId="LiveId" clId="{5CBA972C-8650-411D-A6D4-3B8F38B3AFFC}" dt="2025-06-22T00:13:58.804" v="234" actId="1076"/>
          <ac:spMkLst>
            <pc:docMk/>
            <pc:sldMk cId="2944809539" sldId="340"/>
            <ac:spMk id="22" creationId="{66E36E82-C4E9-829E-8465-7EC99230B700}"/>
          </ac:spMkLst>
        </pc:spChg>
        <pc:spChg chg="add mod">
          <ac:chgData name="Kenny Nguyen" userId="e70b427d9d47929e" providerId="LiveId" clId="{5CBA972C-8650-411D-A6D4-3B8F38B3AFFC}" dt="2025-06-22T00:14:21.589" v="236" actId="1076"/>
          <ac:spMkLst>
            <pc:docMk/>
            <pc:sldMk cId="2944809539" sldId="340"/>
            <ac:spMk id="24" creationId="{92AFA912-C7A9-9CCD-0130-83C0623C45F3}"/>
          </ac:spMkLst>
        </pc:spChg>
        <pc:spChg chg="add mod">
          <ac:chgData name="Kenny Nguyen" userId="e70b427d9d47929e" providerId="LiveId" clId="{5CBA972C-8650-411D-A6D4-3B8F38B3AFFC}" dt="2025-06-22T00:14:54.565" v="241"/>
          <ac:spMkLst>
            <pc:docMk/>
            <pc:sldMk cId="2944809539" sldId="340"/>
            <ac:spMk id="27" creationId="{21118946-6375-B1FC-3D88-8229CC29F82F}"/>
          </ac:spMkLst>
        </pc:spChg>
        <pc:spChg chg="add del mod">
          <ac:chgData name="Kenny Nguyen" userId="e70b427d9d47929e" providerId="LiveId" clId="{5CBA972C-8650-411D-A6D4-3B8F38B3AFFC}" dt="2025-06-22T00:21:30.279" v="305"/>
          <ac:spMkLst>
            <pc:docMk/>
            <pc:sldMk cId="2944809539" sldId="340"/>
            <ac:spMk id="28" creationId="{9B95D9C6-CAF4-FE69-3A7D-9809B2F0D11B}"/>
          </ac:spMkLst>
        </pc:spChg>
        <pc:spChg chg="add mod">
          <ac:chgData name="Kenny Nguyen" userId="e70b427d9d47929e" providerId="LiveId" clId="{5CBA972C-8650-411D-A6D4-3B8F38B3AFFC}" dt="2025-06-22T00:21:27.787" v="302"/>
          <ac:spMkLst>
            <pc:docMk/>
            <pc:sldMk cId="2944809539" sldId="340"/>
            <ac:spMk id="29" creationId="{4CDD70B9-33F0-1C44-C093-058FDB8F71DB}"/>
          </ac:spMkLst>
        </pc:spChg>
        <pc:spChg chg="add mod">
          <ac:chgData name="Kenny Nguyen" userId="e70b427d9d47929e" providerId="LiveId" clId="{5CBA972C-8650-411D-A6D4-3B8F38B3AFFC}" dt="2025-06-22T00:21:27.787" v="302"/>
          <ac:spMkLst>
            <pc:docMk/>
            <pc:sldMk cId="2944809539" sldId="340"/>
            <ac:spMk id="30" creationId="{582FFA5B-ED84-9E87-B836-5C73F792342C}"/>
          </ac:spMkLst>
        </pc:spChg>
      </pc:sldChg>
      <pc:sldChg chg="addSp delSp modSp add mod">
        <pc:chgData name="Kenny Nguyen" userId="e70b427d9d47929e" providerId="LiveId" clId="{5CBA972C-8650-411D-A6D4-3B8F38B3AFFC}" dt="2025-06-22T00:21:32.521" v="308"/>
        <pc:sldMkLst>
          <pc:docMk/>
          <pc:sldMk cId="3217619009" sldId="341"/>
        </pc:sldMkLst>
        <pc:spChg chg="mod">
          <ac:chgData name="Kenny Nguyen" userId="e70b427d9d47929e" providerId="LiveId" clId="{5CBA972C-8650-411D-A6D4-3B8F38B3AFFC}" dt="2025-06-22T00:14:49.528" v="239" actId="1035"/>
          <ac:spMkLst>
            <pc:docMk/>
            <pc:sldMk cId="3217619009" sldId="341"/>
            <ac:spMk id="10" creationId="{390B44BE-3E20-666B-30FA-DDB71893D070}"/>
          </ac:spMkLst>
        </pc:spChg>
        <pc:spChg chg="add mod">
          <ac:chgData name="Kenny Nguyen" userId="e70b427d9d47929e" providerId="LiveId" clId="{5CBA972C-8650-411D-A6D4-3B8F38B3AFFC}" dt="2025-06-22T00:13:06.826" v="224" actId="1076"/>
          <ac:spMkLst>
            <pc:docMk/>
            <pc:sldMk cId="3217619009" sldId="341"/>
            <ac:spMk id="16" creationId="{44ED6235-6803-EBC7-C503-268ADC4BB809}"/>
          </ac:spMkLst>
        </pc:spChg>
        <pc:spChg chg="mod">
          <ac:chgData name="Kenny Nguyen" userId="e70b427d9d47929e" providerId="LiveId" clId="{5CBA972C-8650-411D-A6D4-3B8F38B3AFFC}" dt="2025-06-22T00:13:24.286" v="231" actId="207"/>
          <ac:spMkLst>
            <pc:docMk/>
            <pc:sldMk cId="3217619009" sldId="341"/>
            <ac:spMk id="20" creationId="{E1F67A8F-98BA-FFAE-227C-ADE574FBA61F}"/>
          </ac:spMkLst>
        </pc:spChg>
        <pc:spChg chg="mod">
          <ac:chgData name="Kenny Nguyen" userId="e70b427d9d47929e" providerId="LiveId" clId="{5CBA972C-8650-411D-A6D4-3B8F38B3AFFC}" dt="2025-06-22T00:13:26.742" v="232" actId="207"/>
          <ac:spMkLst>
            <pc:docMk/>
            <pc:sldMk cId="3217619009" sldId="341"/>
            <ac:spMk id="21" creationId="{903E8A9E-9BA4-3D19-0328-B3AF9997AC78}"/>
          </ac:spMkLst>
        </pc:spChg>
        <pc:spChg chg="add mod">
          <ac:chgData name="Kenny Nguyen" userId="e70b427d9d47929e" providerId="LiveId" clId="{5CBA972C-8650-411D-A6D4-3B8F38B3AFFC}" dt="2025-06-22T00:13:12.148" v="226" actId="1076"/>
          <ac:spMkLst>
            <pc:docMk/>
            <pc:sldMk cId="3217619009" sldId="341"/>
            <ac:spMk id="22" creationId="{20558D55-99AE-6512-9649-8E6064F03084}"/>
          </ac:spMkLst>
        </pc:spChg>
        <pc:spChg chg="add del mod">
          <ac:chgData name="Kenny Nguyen" userId="e70b427d9d47929e" providerId="LiveId" clId="{5CBA972C-8650-411D-A6D4-3B8F38B3AFFC}" dt="2025-06-22T00:21:32.521" v="308"/>
          <ac:spMkLst>
            <pc:docMk/>
            <pc:sldMk cId="3217619009" sldId="341"/>
            <ac:spMk id="24" creationId="{89323B54-12D3-4987-3AEE-A842BA4FDA92}"/>
          </ac:spMkLst>
        </pc:spChg>
        <pc:spChg chg="add mod">
          <ac:chgData name="Kenny Nguyen" userId="e70b427d9d47929e" providerId="LiveId" clId="{5CBA972C-8650-411D-A6D4-3B8F38B3AFFC}" dt="2025-06-22T00:21:24.621" v="301" actId="1076"/>
          <ac:spMkLst>
            <pc:docMk/>
            <pc:sldMk cId="3217619009" sldId="341"/>
            <ac:spMk id="27" creationId="{A9BA002A-4436-4F09-69EB-77D8901FB40B}"/>
          </ac:spMkLst>
        </pc:spChg>
        <pc:spChg chg="add mod">
          <ac:chgData name="Kenny Nguyen" userId="e70b427d9d47929e" providerId="LiveId" clId="{5CBA972C-8650-411D-A6D4-3B8F38B3AFFC}" dt="2025-06-22T00:21:24.621" v="301" actId="1076"/>
          <ac:spMkLst>
            <pc:docMk/>
            <pc:sldMk cId="3217619009" sldId="341"/>
            <ac:spMk id="28" creationId="{21CA4CA4-3A32-0D9F-79E8-B6D5A2770BB1}"/>
          </ac:spMkLst>
        </pc:spChg>
      </pc:sldChg>
      <pc:sldChg chg="addSp delSp modSp add mod">
        <pc:chgData name="Kenny Nguyen" userId="e70b427d9d47929e" providerId="LiveId" clId="{5CBA972C-8650-411D-A6D4-3B8F38B3AFFC}" dt="2025-06-22T00:25:30.390" v="330"/>
        <pc:sldMkLst>
          <pc:docMk/>
          <pc:sldMk cId="2335685815" sldId="342"/>
        </pc:sldMkLst>
        <pc:spChg chg="add mod">
          <ac:chgData name="Kenny Nguyen" userId="e70b427d9d47929e" providerId="LiveId" clId="{5CBA972C-8650-411D-A6D4-3B8F38B3AFFC}" dt="2025-06-22T00:25:30.390" v="330"/>
          <ac:spMkLst>
            <pc:docMk/>
            <pc:sldMk cId="2335685815" sldId="342"/>
            <ac:spMk id="33" creationId="{74379DD3-4BE9-4A10-1DDD-C8F0813A319F}"/>
          </ac:spMkLst>
        </pc:spChg>
        <pc:picChg chg="add del mod">
          <ac:chgData name="Kenny Nguyen" userId="e70b427d9d47929e" providerId="LiveId" clId="{5CBA972C-8650-411D-A6D4-3B8F38B3AFFC}" dt="2025-06-22T00:24:50.371" v="320" actId="478"/>
          <ac:picMkLst>
            <pc:docMk/>
            <pc:sldMk cId="2335685815" sldId="342"/>
            <ac:picMk id="29" creationId="{15D7858D-F054-0B20-3AD9-433792F18EAA}"/>
          </ac:picMkLst>
        </pc:picChg>
        <pc:picChg chg="add mod">
          <ac:chgData name="Kenny Nguyen" userId="e70b427d9d47929e" providerId="LiveId" clId="{5CBA972C-8650-411D-A6D4-3B8F38B3AFFC}" dt="2025-06-22T00:25:20.525" v="328" actId="1076"/>
          <ac:picMkLst>
            <pc:docMk/>
            <pc:sldMk cId="2335685815" sldId="342"/>
            <ac:picMk id="31" creationId="{E783A1AE-B183-4D1E-E342-3F070D212E5E}"/>
          </ac:picMkLst>
        </pc:picChg>
      </pc:sldChg>
      <pc:sldChg chg="addSp modSp add mod">
        <pc:chgData name="Kenny Nguyen" userId="e70b427d9d47929e" providerId="LiveId" clId="{5CBA972C-8650-411D-A6D4-3B8F38B3AFFC}" dt="2025-06-22T00:25:46.117" v="342" actId="1076"/>
        <pc:sldMkLst>
          <pc:docMk/>
          <pc:sldMk cId="3230673181" sldId="343"/>
        </pc:sldMkLst>
        <pc:spChg chg="add mod">
          <ac:chgData name="Kenny Nguyen" userId="e70b427d9d47929e" providerId="LiveId" clId="{5CBA972C-8650-411D-A6D4-3B8F38B3AFFC}" dt="2025-06-22T00:25:46.117" v="342" actId="1076"/>
          <ac:spMkLst>
            <pc:docMk/>
            <pc:sldMk cId="3230673181" sldId="343"/>
            <ac:spMk id="24" creationId="{FC6032C2-D5AE-2E84-D7DF-8953F41C4E15}"/>
          </ac:spMkLst>
        </pc:spChg>
      </pc:sldChg>
      <pc:sldMasterChg chg="delSldLayout">
        <pc:chgData name="Kenny Nguyen" userId="e70b427d9d47929e" providerId="LiveId" clId="{5CBA972C-8650-411D-A6D4-3B8F38B3AFFC}" dt="2025-06-22T00:12:21.792" v="209" actId="47"/>
        <pc:sldMasterMkLst>
          <pc:docMk/>
          <pc:sldMasterMk cId="0" sldId="2147483683"/>
        </pc:sldMasterMkLst>
        <pc:sldLayoutChg chg="del">
          <pc:chgData name="Kenny Nguyen" userId="e70b427d9d47929e" providerId="LiveId" clId="{5CBA972C-8650-411D-A6D4-3B8F38B3AFFC}" dt="2025-06-22T00:12:21.792" v="209" actId="47"/>
          <pc:sldLayoutMkLst>
            <pc:docMk/>
            <pc:sldMasterMk cId="0" sldId="2147483683"/>
            <pc:sldLayoutMk cId="0" sldId="2147483651"/>
          </pc:sldLayoutMkLst>
        </pc:sldLayoutChg>
        <pc:sldLayoutChg chg="del">
          <pc:chgData name="Kenny Nguyen" userId="e70b427d9d47929e" providerId="LiveId" clId="{5CBA972C-8650-411D-A6D4-3B8F38B3AFFC}" dt="2025-06-21T23:07:08.604" v="39" actId="47"/>
          <pc:sldLayoutMkLst>
            <pc:docMk/>
            <pc:sldMasterMk cId="0" sldId="2147483683"/>
            <pc:sldLayoutMk cId="0" sldId="2147483661"/>
          </pc:sldLayoutMkLst>
        </pc:sldLayoutChg>
        <pc:sldLayoutChg chg="del">
          <pc:chgData name="Kenny Nguyen" userId="e70b427d9d47929e" providerId="LiveId" clId="{5CBA972C-8650-411D-A6D4-3B8F38B3AFFC}" dt="2025-06-22T00:09:29.425" v="172" actId="47"/>
          <pc:sldLayoutMkLst>
            <pc:docMk/>
            <pc:sldMasterMk cId="0" sldId="2147483683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615ef1f6c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615ef1f6c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02a117a58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02a117a58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>
          <a:extLst>
            <a:ext uri="{FF2B5EF4-FFF2-40B4-BE49-F238E27FC236}">
              <a16:creationId xmlns:a16="http://schemas.microsoft.com/office/drawing/2014/main" id="{0273BEEB-BCB0-DBE5-5350-716B31041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63ff7294a0_0_125:notes">
            <a:extLst>
              <a:ext uri="{FF2B5EF4-FFF2-40B4-BE49-F238E27FC236}">
                <a16:creationId xmlns:a16="http://schemas.microsoft.com/office/drawing/2014/main" id="{FB957D86-477A-3B76-3578-E8CA7A9144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63ff7294a0_0_125:notes">
            <a:extLst>
              <a:ext uri="{FF2B5EF4-FFF2-40B4-BE49-F238E27FC236}">
                <a16:creationId xmlns:a16="http://schemas.microsoft.com/office/drawing/2014/main" id="{4352A316-89D5-ACAE-42E7-C54BAC6F7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849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C9832EBE-2A4C-5156-4AF7-F1FF2AE4D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102a117a58f_0_31:notes">
            <a:extLst>
              <a:ext uri="{FF2B5EF4-FFF2-40B4-BE49-F238E27FC236}">
                <a16:creationId xmlns:a16="http://schemas.microsoft.com/office/drawing/2014/main" id="{7A7287AE-A159-D97E-4114-26AE95CC15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102a117a58f_0_31:notes">
            <a:extLst>
              <a:ext uri="{FF2B5EF4-FFF2-40B4-BE49-F238E27FC236}">
                <a16:creationId xmlns:a16="http://schemas.microsoft.com/office/drawing/2014/main" id="{179C99CE-DDC9-DEBC-C00B-1FF928F86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950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7B05FDEF-207D-B778-A00A-998279A0D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C78B39D3-B200-5302-A6F2-186F76AE42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448E6DA9-3066-DDAE-A588-9E8162AD26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0534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399624B7-1807-B11A-4FFD-546BBAA5E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E1DB064F-94FC-28D1-8918-06A1BEEC2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47382DE3-0AF5-B22E-BD2C-17B094218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8321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D206913D-B6D5-B581-E90E-8D749D55E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147301F3-E221-ABC5-F104-2DF738F4BF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C4CE7181-42D5-9090-4378-384D22EDB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9498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88C2B8EE-3D57-8C19-9588-147327CD7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44B70F41-2B46-3A22-3B0E-7E5A11083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F1DB82BD-6265-85D4-2687-18286EFD2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5643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1D115D4A-24CA-9138-00D1-34532ACE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3A8297E8-4A92-80EC-05CF-86B06DDD0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1D2F71DE-5587-6931-C877-E651D41F2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8788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56C352B3-53BB-C3B7-BF6C-22BE88BCA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E0F85F98-4409-EA2B-2557-59AC23C15E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62D688B2-912F-E70B-6F74-8099A805CD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1946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46856025-1EE0-7B3A-833E-CEB206FCB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889129BF-A283-E73B-44E5-3141A66AD6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A6BA16A8-72D0-D15D-AA19-18C96A4D09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856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E4ABD76D-4AED-018D-0F8C-8C9878E1A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776C9EB0-024B-3D27-2A17-524948011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1E14A488-E0DD-A02F-8579-C17302D7F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32210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5E964B6A-8D7F-FA4F-841F-ACC9F8A2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78113CCB-7CDD-5511-0379-7A4E8BE8CE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929D5BB4-4BB0-196E-B8E8-4E281E8021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10829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BD8973D4-579C-37B8-5EA6-08BF497F0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8A9CCC3B-6DA8-1F24-FF5E-8D42292321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F64E69F8-C68B-7640-63C2-B23F3F579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718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23700CAA-6980-1D18-93CE-9FEF007F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DBD4FD19-55D5-323A-7883-DE4DB5488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456C5F14-C86B-ECD9-3E61-B9BD07F3F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834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54909EC2-3630-8034-B9BA-13ED5F6F0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B7A6EC0F-2BBF-9102-E82F-CDEE64EEE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73C0A92E-177F-C6F7-A9E1-43B5A5FD5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5349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63ff7294a0_0_5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63ff7294a0_0_5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>
          <a:extLst>
            <a:ext uri="{FF2B5EF4-FFF2-40B4-BE49-F238E27FC236}">
              <a16:creationId xmlns:a16="http://schemas.microsoft.com/office/drawing/2014/main" id="{6EC310EB-F883-E8FD-0BB2-12E55C8CB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63ff7294a0_0_235:notes">
            <a:extLst>
              <a:ext uri="{FF2B5EF4-FFF2-40B4-BE49-F238E27FC236}">
                <a16:creationId xmlns:a16="http://schemas.microsoft.com/office/drawing/2014/main" id="{4B6CDCB2-3095-B8D3-1177-EF3A60B102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63ff7294a0_0_235:notes">
            <a:extLst>
              <a:ext uri="{FF2B5EF4-FFF2-40B4-BE49-F238E27FC236}">
                <a16:creationId xmlns:a16="http://schemas.microsoft.com/office/drawing/2014/main" id="{85197E6A-8B48-40EC-ACFA-DB0C888DA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5381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99329" y="-3503901"/>
            <a:ext cx="14588392" cy="13747603"/>
            <a:chOff x="-2399329" y="-3503901"/>
            <a:chExt cx="14588392" cy="13747603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-2399329" y="-3503901"/>
              <a:ext cx="14389291" cy="13747603"/>
              <a:chOff x="-2399329" y="-3503901"/>
              <a:chExt cx="14389291" cy="13747603"/>
            </a:xfrm>
          </p:grpSpPr>
          <p:sp>
            <p:nvSpPr>
              <p:cNvPr id="11" name="Google Shape;11;p2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4815446">
                <a:off x="1214240" y="164601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" name="Google Shape;16;p2"/>
            <p:cNvSpPr/>
            <p:nvPr/>
          </p:nvSpPr>
          <p:spPr>
            <a:xfrm rot="4815446">
              <a:off x="3597065" y="469741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4815400">
              <a:off x="149032" y="2532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" name="Google Shape;18;p2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749700" y="1335159"/>
            <a:ext cx="7644600" cy="15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 b="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749700" y="3419675"/>
            <a:ext cx="7644600" cy="420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2"/>
          </p:nvPr>
        </p:nvSpPr>
        <p:spPr>
          <a:xfrm>
            <a:off x="749700" y="4599700"/>
            <a:ext cx="7644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22" name="Google Shape;22;p2"/>
          <p:cNvPicPr preferRelativeResize="0"/>
          <p:nvPr/>
        </p:nvPicPr>
        <p:blipFill>
          <a:blip r:embed="rId3">
            <a:alphaModFix amt="83000"/>
          </a:blip>
          <a:stretch>
            <a:fillRect/>
          </a:stretch>
        </p:blipFill>
        <p:spPr>
          <a:xfrm>
            <a:off x="-1417975" y="2178212"/>
            <a:ext cx="2561150" cy="246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>
          <a:blip r:embed="rId3">
            <a:alphaModFix amt="73000"/>
          </a:blip>
          <a:stretch>
            <a:fillRect/>
          </a:stretch>
        </p:blipFill>
        <p:spPr>
          <a:xfrm rot="10800000">
            <a:off x="8071850" y="643500"/>
            <a:ext cx="1938900" cy="186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rot="5984600" flipH="1">
            <a:off x="-1501793" y="-2992718"/>
            <a:ext cx="4917430" cy="4956342"/>
          </a:xfrm>
          <a:prstGeom prst="ellipse">
            <a:avLst/>
          </a:prstGeom>
          <a:gradFill>
            <a:gsLst>
              <a:gs pos="0">
                <a:srgbClr val="E0FE68">
                  <a:alpha val="52156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6"/>
          <p:cNvGrpSpPr/>
          <p:nvPr/>
        </p:nvGrpSpPr>
        <p:grpSpPr>
          <a:xfrm>
            <a:off x="-2696003" y="-4280876"/>
            <a:ext cx="15292590" cy="13378228"/>
            <a:chOff x="-2541703" y="-3005926"/>
            <a:chExt cx="15292590" cy="13378228"/>
          </a:xfrm>
        </p:grpSpPr>
        <p:sp>
          <p:nvSpPr>
            <p:cNvPr id="67" name="Google Shape;67;p6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rot="4815509">
              <a:off x="5302927" y="-216148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 rot="4815446">
              <a:off x="4158890" y="17746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 rot="4815509">
              <a:off x="4068852" y="-2547748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2" name="Google Shape;72;p6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 txBox="1">
            <a:spLocks noGrp="1"/>
          </p:cNvSpPr>
          <p:nvPr>
            <p:ph type="title"/>
          </p:nvPr>
        </p:nvSpPr>
        <p:spPr>
          <a:xfrm>
            <a:off x="856050" y="457200"/>
            <a:ext cx="7431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7"/>
          <p:cNvGrpSpPr/>
          <p:nvPr/>
        </p:nvGrpSpPr>
        <p:grpSpPr>
          <a:xfrm rot="10800000" flipH="1">
            <a:off x="-2696003" y="-5215451"/>
            <a:ext cx="14472390" cy="14046753"/>
            <a:chOff x="-2541703" y="-3108251"/>
            <a:chExt cx="14472390" cy="14046753"/>
          </a:xfrm>
        </p:grpSpPr>
        <p:sp>
          <p:nvSpPr>
            <p:cNvPr id="76" name="Google Shape;76;p7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7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81;p7"/>
          <p:cNvSpPr/>
          <p:nvPr/>
        </p:nvSpPr>
        <p:spPr>
          <a:xfrm rot="4815466">
            <a:off x="4079043" y="1600166"/>
            <a:ext cx="6935517" cy="6990261"/>
          </a:xfrm>
          <a:prstGeom prst="ellipse">
            <a:avLst/>
          </a:prstGeom>
          <a:gradFill>
            <a:gsLst>
              <a:gs pos="0">
                <a:srgbClr val="E0FE68">
                  <a:alpha val="52156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7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 txBox="1">
            <a:spLocks noGrp="1"/>
          </p:cNvSpPr>
          <p:nvPr>
            <p:ph type="title"/>
          </p:nvPr>
        </p:nvSpPr>
        <p:spPr>
          <a:xfrm>
            <a:off x="881800" y="1378700"/>
            <a:ext cx="3476400" cy="15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7"/>
          <p:cNvSpPr>
            <a:spLocks noGrp="1"/>
          </p:cNvSpPr>
          <p:nvPr>
            <p:ph type="pic" idx="2"/>
          </p:nvPr>
        </p:nvSpPr>
        <p:spPr>
          <a:xfrm>
            <a:off x="4793863" y="619200"/>
            <a:ext cx="2967300" cy="39051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"/>
          <p:cNvSpPr txBox="1">
            <a:spLocks noGrp="1"/>
          </p:cNvSpPr>
          <p:nvPr>
            <p:ph type="subTitle" idx="1"/>
          </p:nvPr>
        </p:nvSpPr>
        <p:spPr>
          <a:xfrm>
            <a:off x="881800" y="2971300"/>
            <a:ext cx="3476400" cy="7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1"/>
          <p:cNvGrpSpPr/>
          <p:nvPr/>
        </p:nvGrpSpPr>
        <p:grpSpPr>
          <a:xfrm rot="10800000" flipH="1">
            <a:off x="-2696003" y="-5215451"/>
            <a:ext cx="14472390" cy="14046753"/>
            <a:chOff x="-2541703" y="-3108251"/>
            <a:chExt cx="14472390" cy="14046753"/>
          </a:xfrm>
        </p:grpSpPr>
        <p:sp>
          <p:nvSpPr>
            <p:cNvPr id="119" name="Google Shape;119;p11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4" name="Google Shape;124;p11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756388" y="1649850"/>
            <a:ext cx="7674000" cy="154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100" i="1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subTitle" idx="1"/>
          </p:nvPr>
        </p:nvSpPr>
        <p:spPr>
          <a:xfrm>
            <a:off x="713613" y="3160450"/>
            <a:ext cx="7674000" cy="432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ubTitle" idx="2"/>
          </p:nvPr>
        </p:nvSpPr>
        <p:spPr>
          <a:xfrm>
            <a:off x="749700" y="228600"/>
            <a:ext cx="7644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SECTION_TITLE_AND_DESCRIPTION_1_1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9"/>
          <p:cNvGrpSpPr/>
          <p:nvPr/>
        </p:nvGrpSpPr>
        <p:grpSpPr>
          <a:xfrm>
            <a:off x="-7100813" y="-7925264"/>
            <a:ext cx="22740732" cy="20402585"/>
            <a:chOff x="-7100813" y="-7925264"/>
            <a:chExt cx="22740732" cy="20402585"/>
          </a:xfrm>
        </p:grpSpPr>
        <p:sp>
          <p:nvSpPr>
            <p:cNvPr id="218" name="Google Shape;218;p19"/>
            <p:cNvSpPr/>
            <p:nvPr/>
          </p:nvSpPr>
          <p:spPr>
            <a:xfrm rot="-2593428" flipH="1">
              <a:off x="6029404" y="-667083"/>
              <a:ext cx="7945829" cy="8009285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" name="Google Shape;219;p19"/>
            <p:cNvGrpSpPr/>
            <p:nvPr/>
          </p:nvGrpSpPr>
          <p:grpSpPr>
            <a:xfrm rot="2222026" flipH="1">
              <a:off x="-4124900" y="-5074715"/>
              <a:ext cx="14389638" cy="14701488"/>
              <a:chOff x="-2399329" y="-3503901"/>
              <a:chExt cx="14389291" cy="14701134"/>
            </a:xfrm>
          </p:grpSpPr>
          <p:sp>
            <p:nvSpPr>
              <p:cNvPr id="220" name="Google Shape;220;p19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9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9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9"/>
              <p:cNvSpPr/>
              <p:nvPr/>
            </p:nvSpPr>
            <p:spPr>
              <a:xfrm rot="4815446">
                <a:off x="1208933" y="2599547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9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25" name="Google Shape;225;p19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9"/>
          <p:cNvSpPr txBox="1">
            <a:spLocks noGrp="1"/>
          </p:cNvSpPr>
          <p:nvPr>
            <p:ph type="title"/>
          </p:nvPr>
        </p:nvSpPr>
        <p:spPr>
          <a:xfrm>
            <a:off x="667200" y="1056675"/>
            <a:ext cx="7809600" cy="8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7" name="Google Shape;227;p19"/>
          <p:cNvSpPr txBox="1">
            <a:spLocks noGrp="1"/>
          </p:cNvSpPr>
          <p:nvPr>
            <p:ph type="subTitle" idx="1"/>
          </p:nvPr>
        </p:nvSpPr>
        <p:spPr>
          <a:xfrm>
            <a:off x="1203300" y="2530775"/>
            <a:ext cx="6737400" cy="141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9"/>
          <p:cNvSpPr txBox="1">
            <a:spLocks noGrp="1"/>
          </p:cNvSpPr>
          <p:nvPr>
            <p:ph type="subTitle" idx="2"/>
          </p:nvPr>
        </p:nvSpPr>
        <p:spPr>
          <a:xfrm rot="-5400000">
            <a:off x="-1528025" y="2403650"/>
            <a:ext cx="4047600" cy="315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 b="0">
                <a:latin typeface="Krona One"/>
                <a:ea typeface="Krona One"/>
                <a:cs typeface="Krona One"/>
                <a:sym typeface="Kron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29"/>
          <p:cNvGrpSpPr/>
          <p:nvPr/>
        </p:nvGrpSpPr>
        <p:grpSpPr>
          <a:xfrm>
            <a:off x="-2791528" y="-4001201"/>
            <a:ext cx="15292590" cy="13876203"/>
            <a:chOff x="-2541703" y="-3503901"/>
            <a:chExt cx="15292590" cy="13876203"/>
          </a:xfrm>
        </p:grpSpPr>
        <p:sp>
          <p:nvSpPr>
            <p:cNvPr id="366" name="Google Shape;366;p29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 rot="4815509">
              <a:off x="5302927" y="-216148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 rot="4815446">
              <a:off x="4158890" y="17746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 rot="4815509">
              <a:off x="939427" y="-304572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71" name="Google Shape;371;p29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9"/>
          <p:cNvSpPr/>
          <p:nvPr/>
        </p:nvSpPr>
        <p:spPr>
          <a:xfrm rot="5984600" flipH="1">
            <a:off x="53507" y="-2262818"/>
            <a:ext cx="4917430" cy="4956342"/>
          </a:xfrm>
          <a:prstGeom prst="ellipse">
            <a:avLst/>
          </a:prstGeom>
          <a:gradFill>
            <a:gsLst>
              <a:gs pos="0">
                <a:srgbClr val="E0FE68">
                  <a:alpha val="52156"/>
                </a:srgbClr>
              </a:gs>
              <a:gs pos="51000">
                <a:srgbClr val="00FFFF">
                  <a:alpha val="0"/>
                </a:srgbClr>
              </a:gs>
              <a:gs pos="100000">
                <a:srgbClr val="FF0000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9"/>
          <p:cNvSpPr txBox="1">
            <a:spLocks noGrp="1"/>
          </p:cNvSpPr>
          <p:nvPr>
            <p:ph type="title"/>
          </p:nvPr>
        </p:nvSpPr>
        <p:spPr>
          <a:xfrm>
            <a:off x="1200650" y="1292950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4" name="Google Shape;374;p29"/>
          <p:cNvSpPr txBox="1">
            <a:spLocks noGrp="1"/>
          </p:cNvSpPr>
          <p:nvPr>
            <p:ph type="subTitle" idx="1"/>
          </p:nvPr>
        </p:nvSpPr>
        <p:spPr>
          <a:xfrm>
            <a:off x="1200700" y="1558425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5" name="Google Shape;375;p29"/>
          <p:cNvSpPr txBox="1">
            <a:spLocks noGrp="1"/>
          </p:cNvSpPr>
          <p:nvPr>
            <p:ph type="title" idx="2"/>
          </p:nvPr>
        </p:nvSpPr>
        <p:spPr>
          <a:xfrm>
            <a:off x="1200650" y="2439038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6" name="Google Shape;376;p29"/>
          <p:cNvSpPr txBox="1">
            <a:spLocks noGrp="1"/>
          </p:cNvSpPr>
          <p:nvPr>
            <p:ph type="subTitle" idx="3"/>
          </p:nvPr>
        </p:nvSpPr>
        <p:spPr>
          <a:xfrm>
            <a:off x="1200700" y="2706256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29"/>
          <p:cNvSpPr txBox="1">
            <a:spLocks noGrp="1"/>
          </p:cNvSpPr>
          <p:nvPr>
            <p:ph type="title" idx="4"/>
          </p:nvPr>
        </p:nvSpPr>
        <p:spPr>
          <a:xfrm>
            <a:off x="1200650" y="3585125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78" name="Google Shape;378;p29"/>
          <p:cNvSpPr txBox="1">
            <a:spLocks noGrp="1"/>
          </p:cNvSpPr>
          <p:nvPr>
            <p:ph type="subTitle" idx="5"/>
          </p:nvPr>
        </p:nvSpPr>
        <p:spPr>
          <a:xfrm>
            <a:off x="1200700" y="3854088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9" name="Google Shape;379;p29"/>
          <p:cNvSpPr txBox="1">
            <a:spLocks noGrp="1"/>
          </p:cNvSpPr>
          <p:nvPr>
            <p:ph type="title" idx="6"/>
          </p:nvPr>
        </p:nvSpPr>
        <p:spPr>
          <a:xfrm>
            <a:off x="5646550" y="1292950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0" name="Google Shape;380;p29"/>
          <p:cNvSpPr txBox="1">
            <a:spLocks noGrp="1"/>
          </p:cNvSpPr>
          <p:nvPr>
            <p:ph type="subTitle" idx="7"/>
          </p:nvPr>
        </p:nvSpPr>
        <p:spPr>
          <a:xfrm>
            <a:off x="5646550" y="1558425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29"/>
          <p:cNvSpPr txBox="1">
            <a:spLocks noGrp="1"/>
          </p:cNvSpPr>
          <p:nvPr>
            <p:ph type="title" idx="8"/>
          </p:nvPr>
        </p:nvSpPr>
        <p:spPr>
          <a:xfrm>
            <a:off x="5646550" y="2439445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2" name="Google Shape;382;p29"/>
          <p:cNvSpPr txBox="1">
            <a:spLocks noGrp="1"/>
          </p:cNvSpPr>
          <p:nvPr>
            <p:ph type="subTitle" idx="9"/>
          </p:nvPr>
        </p:nvSpPr>
        <p:spPr>
          <a:xfrm>
            <a:off x="5646550" y="2706256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29"/>
          <p:cNvSpPr txBox="1">
            <a:spLocks noGrp="1"/>
          </p:cNvSpPr>
          <p:nvPr>
            <p:ph type="title" idx="13"/>
          </p:nvPr>
        </p:nvSpPr>
        <p:spPr>
          <a:xfrm>
            <a:off x="5646550" y="3588102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84" name="Google Shape;384;p29"/>
          <p:cNvSpPr txBox="1">
            <a:spLocks noGrp="1"/>
          </p:cNvSpPr>
          <p:nvPr>
            <p:ph type="subTitle" idx="14"/>
          </p:nvPr>
        </p:nvSpPr>
        <p:spPr>
          <a:xfrm>
            <a:off x="5646550" y="3854088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29"/>
          <p:cNvSpPr txBox="1">
            <a:spLocks noGrp="1"/>
          </p:cNvSpPr>
          <p:nvPr>
            <p:ph type="title" idx="15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6" name="Google Shape;446;p33"/>
          <p:cNvGrpSpPr/>
          <p:nvPr/>
        </p:nvGrpSpPr>
        <p:grpSpPr>
          <a:xfrm>
            <a:off x="-2805153" y="-4676526"/>
            <a:ext cx="14472390" cy="14046753"/>
            <a:chOff x="-2541703" y="-3108251"/>
            <a:chExt cx="14472390" cy="14046753"/>
          </a:xfrm>
        </p:grpSpPr>
        <p:sp>
          <p:nvSpPr>
            <p:cNvPr id="447" name="Google Shape;447;p33"/>
            <p:cNvSpPr/>
            <p:nvPr/>
          </p:nvSpPr>
          <p:spPr>
            <a:xfrm rot="4815481">
              <a:off x="-688902" y="-117968"/>
              <a:ext cx="6487146" cy="6538537"/>
            </a:xfrm>
            <a:prstGeom prst="ellipse">
              <a:avLst/>
            </a:prstGeom>
            <a:gradFill>
              <a:gsLst>
                <a:gs pos="0">
                  <a:srgbClr val="1645D3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3"/>
            <p:cNvSpPr/>
            <p:nvPr/>
          </p:nvSpPr>
          <p:spPr>
            <a:xfrm rot="4815400">
              <a:off x="-2141868" y="2803227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3"/>
            <p:cNvSpPr/>
            <p:nvPr/>
          </p:nvSpPr>
          <p:spPr>
            <a:xfrm rot="4815509">
              <a:off x="5243652" y="1596127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3"/>
            <p:cNvSpPr/>
            <p:nvPr/>
          </p:nvSpPr>
          <p:spPr>
            <a:xfrm rot="4815446">
              <a:off x="615" y="2340816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9900FF">
                    <a:alpha val="66274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3"/>
            <p:cNvSpPr/>
            <p:nvPr/>
          </p:nvSpPr>
          <p:spPr>
            <a:xfrm rot="4815509">
              <a:off x="-1258848" y="-2650073"/>
              <a:ext cx="6184270" cy="6233244"/>
            </a:xfrm>
            <a:prstGeom prst="ellipse">
              <a:avLst/>
            </a:prstGeom>
            <a:gradFill>
              <a:gsLst>
                <a:gs pos="0">
                  <a:srgbClr val="8AC1DC">
                    <a:alpha val="69803"/>
                  </a:srgbClr>
                </a:gs>
                <a:gs pos="63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52" name="Google Shape;452;p33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bg>
      <p:bgPr>
        <a:solidFill>
          <a:schemeClr val="accent2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Google Shape;454;p34"/>
          <p:cNvGrpSpPr/>
          <p:nvPr/>
        </p:nvGrpSpPr>
        <p:grpSpPr>
          <a:xfrm flipH="1">
            <a:off x="-3456679" y="-3517551"/>
            <a:ext cx="14929492" cy="12820953"/>
            <a:chOff x="-2399329" y="-3503901"/>
            <a:chExt cx="14929492" cy="12820953"/>
          </a:xfrm>
        </p:grpSpPr>
        <p:grpSp>
          <p:nvGrpSpPr>
            <p:cNvPr id="455" name="Google Shape;455;p34"/>
            <p:cNvGrpSpPr/>
            <p:nvPr/>
          </p:nvGrpSpPr>
          <p:grpSpPr>
            <a:xfrm>
              <a:off x="-2399329" y="-3503901"/>
              <a:ext cx="14389291" cy="12820953"/>
              <a:chOff x="-2399329" y="-3503901"/>
              <a:chExt cx="14389291" cy="12820953"/>
            </a:xfrm>
          </p:grpSpPr>
          <p:sp>
            <p:nvSpPr>
              <p:cNvPr id="456" name="Google Shape;456;p34"/>
              <p:cNvSpPr/>
              <p:nvPr/>
            </p:nvSpPr>
            <p:spPr>
              <a:xfrm rot="4815481">
                <a:off x="-1871902" y="-1207118"/>
                <a:ext cx="6487146" cy="6538537"/>
              </a:xfrm>
              <a:prstGeom prst="ellipse">
                <a:avLst/>
              </a:prstGeom>
              <a:gradFill>
                <a:gsLst>
                  <a:gs pos="0">
                    <a:srgbClr val="1645D3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34"/>
              <p:cNvSpPr/>
              <p:nvPr/>
            </p:nvSpPr>
            <p:spPr>
              <a:xfrm rot="4815400">
                <a:off x="-1865468" y="2293952"/>
                <a:ext cx="4917430" cy="4956342"/>
              </a:xfrm>
              <a:prstGeom prst="ellipse">
                <a:avLst/>
              </a:prstGeom>
              <a:gradFill>
                <a:gsLst>
                  <a:gs pos="0">
                    <a:srgbClr val="E0FE68">
                      <a:alpha val="52156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34"/>
              <p:cNvSpPr/>
              <p:nvPr/>
            </p:nvSpPr>
            <p:spPr>
              <a:xfrm rot="4815509">
                <a:off x="5302927" y="-216148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34"/>
              <p:cNvSpPr/>
              <p:nvPr/>
            </p:nvSpPr>
            <p:spPr>
              <a:xfrm rot="4815446">
                <a:off x="1875915" y="719366"/>
                <a:ext cx="7945794" cy="8009071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66274"/>
                    </a:srgbClr>
                  </a:gs>
                  <a:gs pos="51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34"/>
              <p:cNvSpPr/>
              <p:nvPr/>
            </p:nvSpPr>
            <p:spPr>
              <a:xfrm rot="4815509">
                <a:off x="939427" y="-3045723"/>
                <a:ext cx="6184270" cy="6233244"/>
              </a:xfrm>
              <a:prstGeom prst="ellipse">
                <a:avLst/>
              </a:prstGeom>
              <a:gradFill>
                <a:gsLst>
                  <a:gs pos="0">
                    <a:srgbClr val="8AC1DC">
                      <a:alpha val="69803"/>
                    </a:srgbClr>
                  </a:gs>
                  <a:gs pos="63000">
                    <a:srgbClr val="00FFFF">
                      <a:alpha val="0"/>
                    </a:srgbClr>
                  </a:gs>
                  <a:gs pos="100000">
                    <a:srgbClr val="FF0000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1" name="Google Shape;461;p34"/>
            <p:cNvSpPr/>
            <p:nvPr/>
          </p:nvSpPr>
          <p:spPr>
            <a:xfrm rot="4815446">
              <a:off x="3938165" y="-2565884"/>
              <a:ext cx="7945794" cy="8009071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4"/>
            <p:cNvSpPr/>
            <p:nvPr/>
          </p:nvSpPr>
          <p:spPr>
            <a:xfrm rot="4815400">
              <a:off x="5272082" y="3159802"/>
              <a:ext cx="4917430" cy="4956342"/>
            </a:xfrm>
            <a:prstGeom prst="ellipse">
              <a:avLst/>
            </a:prstGeom>
            <a:gradFill>
              <a:gsLst>
                <a:gs pos="0">
                  <a:srgbClr val="E0FE68">
                    <a:alpha val="52156"/>
                  </a:srgbClr>
                </a:gs>
                <a:gs pos="51000">
                  <a:srgbClr val="00FFFF">
                    <a:alpha val="0"/>
                  </a:srgbClr>
                </a:gs>
                <a:gs pos="100000">
                  <a:srgbClr val="FF0000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63" name="Google Shape;463;p34"/>
          <p:cNvPicPr preferRelativeResize="0"/>
          <p:nvPr/>
        </p:nvPicPr>
        <p:blipFill>
          <a:blip r:embed="rId2">
            <a:alphaModFix amt="21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4975" y="445025"/>
            <a:ext cx="767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Krona One"/>
              <a:buNone/>
              <a:defRPr sz="2400">
                <a:solidFill>
                  <a:schemeClr val="dk1"/>
                </a:solidFill>
                <a:latin typeface="Krona One"/>
                <a:ea typeface="Krona One"/>
                <a:cs typeface="Krona One"/>
                <a:sym typeface="Kron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bril Fatface"/>
              <a:buNone/>
              <a:defRPr sz="35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4975" y="1152475"/>
            <a:ext cx="767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●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○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mo"/>
              <a:buChar char="■"/>
              <a:defRPr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7" r:id="rId4"/>
    <p:sldLayoutId id="2147483658" r:id="rId5"/>
    <p:sldLayoutId id="2147483665" r:id="rId6"/>
    <p:sldLayoutId id="2147483675" r:id="rId7"/>
    <p:sldLayoutId id="2147483679" r:id="rId8"/>
    <p:sldLayoutId id="214748368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8"/>
          <p:cNvSpPr txBox="1">
            <a:spLocks noGrp="1"/>
          </p:cNvSpPr>
          <p:nvPr>
            <p:ph type="subTitle" idx="1"/>
          </p:nvPr>
        </p:nvSpPr>
        <p:spPr>
          <a:xfrm>
            <a:off x="749700" y="3419675"/>
            <a:ext cx="7644600" cy="4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Krona One" panose="020B0604020202020204" charset="0"/>
              </a:rPr>
              <a:t>Team Begoonex</a:t>
            </a:r>
            <a:endParaRPr b="1" dirty="0">
              <a:latin typeface="Krona One" panose="020B0604020202020204" charset="0"/>
            </a:endParaRPr>
          </a:p>
        </p:txBody>
      </p:sp>
      <p:cxnSp>
        <p:nvCxnSpPr>
          <p:cNvPr id="475" name="Google Shape;475;p38"/>
          <p:cNvCxnSpPr>
            <a:stCxn id="476" idx="1"/>
            <a:endCxn id="476" idx="3"/>
          </p:cNvCxnSpPr>
          <p:nvPr/>
        </p:nvCxnSpPr>
        <p:spPr>
          <a:xfrm>
            <a:off x="2778900" y="3848375"/>
            <a:ext cx="3586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7" name="Google Shape;477;p38"/>
          <p:cNvGrpSpPr/>
          <p:nvPr/>
        </p:nvGrpSpPr>
        <p:grpSpPr>
          <a:xfrm>
            <a:off x="2778895" y="643496"/>
            <a:ext cx="3586200" cy="2944800"/>
            <a:chOff x="2778895" y="849596"/>
            <a:chExt cx="3586200" cy="2944800"/>
          </a:xfrm>
        </p:grpSpPr>
        <p:sp>
          <p:nvSpPr>
            <p:cNvPr id="478" name="Google Shape;478;p38"/>
            <p:cNvSpPr/>
            <p:nvPr/>
          </p:nvSpPr>
          <p:spPr>
            <a:xfrm rot="-2132583">
              <a:off x="2711556" y="1841568"/>
              <a:ext cx="3720878" cy="960856"/>
            </a:xfrm>
            <a:prstGeom prst="donut">
              <a:avLst>
                <a:gd name="adj" fmla="val 2048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 rot="-376705">
              <a:off x="5636340" y="1128676"/>
              <a:ext cx="153621" cy="153621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0" name="Google Shape;480;p38"/>
          <p:cNvSpPr txBox="1">
            <a:spLocks noGrp="1"/>
          </p:cNvSpPr>
          <p:nvPr>
            <p:ph type="ctrTitle"/>
          </p:nvPr>
        </p:nvSpPr>
        <p:spPr>
          <a:xfrm>
            <a:off x="749700" y="1335159"/>
            <a:ext cx="7644600" cy="156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sz="6600" dirty="0" err="1"/>
              <a:t>DocuSync</a:t>
            </a:r>
            <a:r>
              <a:rPr lang="en-GB" sz="6600" dirty="0"/>
              <a:t> </a:t>
            </a:r>
            <a:endParaRPr sz="6600" i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42"/>
          <p:cNvPicPr preferRelativeResize="0"/>
          <p:nvPr/>
        </p:nvPicPr>
        <p:blipFill rotWithShape="1">
          <a:blip r:embed="rId3">
            <a:alphaModFix amt="65000"/>
          </a:blip>
          <a:srcRect t="19" b="29"/>
          <a:stretch/>
        </p:blipFill>
        <p:spPr>
          <a:xfrm>
            <a:off x="1327925" y="-1249075"/>
            <a:ext cx="2646144" cy="26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2"/>
          <p:cNvPicPr preferRelativeResize="0"/>
          <p:nvPr/>
        </p:nvPicPr>
        <p:blipFill rotWithShape="1">
          <a:blip r:embed="rId4">
            <a:alphaModFix amt="79000"/>
          </a:blip>
          <a:srcRect t="19" b="19"/>
          <a:stretch/>
        </p:blipFill>
        <p:spPr>
          <a:xfrm rot="-5400000">
            <a:off x="5367660" y="3490247"/>
            <a:ext cx="2803725" cy="27017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399DA3-E34E-EEF3-FB7C-63A8126E3895}"/>
              </a:ext>
            </a:extLst>
          </p:cNvPr>
          <p:cNvSpPr txBox="1"/>
          <p:nvPr/>
        </p:nvSpPr>
        <p:spPr>
          <a:xfrm>
            <a:off x="1034098" y="1417588"/>
            <a:ext cx="708627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dirty="0">
                <a:solidFill>
                  <a:schemeClr val="tx1"/>
                </a:solidFill>
                <a:latin typeface="Krona One" panose="020B0604020202020204" charset="0"/>
              </a:rPr>
              <a:t>Every day, companies aim of scaling their operations with automation and SAP integration.</a:t>
            </a:r>
          </a:p>
          <a:p>
            <a:pPr algn="ctr"/>
            <a:br>
              <a:rPr lang="en-GB" sz="2000" dirty="0">
                <a:solidFill>
                  <a:schemeClr val="tx1"/>
                </a:solidFill>
                <a:latin typeface="Krona One" panose="020B0604020202020204" charset="0"/>
              </a:rPr>
            </a:br>
            <a:r>
              <a:rPr lang="en-GB" sz="2000" dirty="0">
                <a:solidFill>
                  <a:schemeClr val="tx1"/>
                </a:solidFill>
                <a:latin typeface="Krona One" panose="020B0604020202020204" charset="0"/>
              </a:rPr>
              <a:t>Their obstacle? </a:t>
            </a:r>
          </a:p>
          <a:p>
            <a:pPr algn="ctr"/>
            <a:endParaRPr lang="en-GB" sz="20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endParaRPr lang="en-GB" sz="20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2400" b="1" dirty="0">
                <a:solidFill>
                  <a:schemeClr val="accent2"/>
                </a:solidFill>
                <a:latin typeface="Krona One" panose="020B0604020202020204" charset="0"/>
              </a:rPr>
              <a:t>Manual document handling.</a:t>
            </a:r>
            <a:endParaRPr lang="en-DE" sz="2400" b="1" dirty="0">
              <a:solidFill>
                <a:schemeClr val="accent2"/>
              </a:solidFill>
              <a:latin typeface="Krona One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>
          <a:extLst>
            <a:ext uri="{FF2B5EF4-FFF2-40B4-BE49-F238E27FC236}">
              <a16:creationId xmlns:a16="http://schemas.microsoft.com/office/drawing/2014/main" id="{D5F3A99E-D886-D1DF-56BF-88C1C47DE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8">
            <a:extLst>
              <a:ext uri="{FF2B5EF4-FFF2-40B4-BE49-F238E27FC236}">
                <a16:creationId xmlns:a16="http://schemas.microsoft.com/office/drawing/2014/main" id="{FA62681F-32C8-959B-74B2-8BABBAE58C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460700" y="2841206"/>
            <a:ext cx="3903601" cy="44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" dirty="0"/>
              <a:t>ERROR-PRONE</a:t>
            </a:r>
            <a:endParaRPr dirty="0"/>
          </a:p>
        </p:txBody>
      </p:sp>
      <p:sp>
        <p:nvSpPr>
          <p:cNvPr id="627" name="Google Shape;627;p48">
            <a:extLst>
              <a:ext uri="{FF2B5EF4-FFF2-40B4-BE49-F238E27FC236}">
                <a16:creationId xmlns:a16="http://schemas.microsoft.com/office/drawing/2014/main" id="{EB8CAD8D-9970-E7FC-DDB7-6DF8A98752C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875093" y="3960553"/>
            <a:ext cx="3509988" cy="44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" dirty="0">
                <a:solidFill>
                  <a:schemeClr val="accent2"/>
                </a:solidFill>
              </a:rPr>
              <a:t>NOT </a:t>
            </a:r>
            <a:r>
              <a:rPr lang="en" dirty="0">
                <a:solidFill>
                  <a:schemeClr val="tx1"/>
                </a:solidFill>
              </a:rPr>
              <a:t>SCALABLE</a:t>
            </a:r>
            <a:endParaRPr dirty="0"/>
          </a:p>
        </p:txBody>
      </p:sp>
      <p:sp>
        <p:nvSpPr>
          <p:cNvPr id="629" name="Google Shape;629;p48">
            <a:extLst>
              <a:ext uri="{FF2B5EF4-FFF2-40B4-BE49-F238E27FC236}">
                <a16:creationId xmlns:a16="http://schemas.microsoft.com/office/drawing/2014/main" id="{067AA39C-EA40-5E51-DCAC-A97B9A6A738B}"/>
              </a:ext>
            </a:extLst>
          </p:cNvPr>
          <p:cNvSpPr/>
          <p:nvPr/>
        </p:nvSpPr>
        <p:spPr>
          <a:xfrm>
            <a:off x="3456601" y="3076982"/>
            <a:ext cx="1004100" cy="100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i="1" dirty="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30" name="Google Shape;630;p48">
            <a:extLst>
              <a:ext uri="{FF2B5EF4-FFF2-40B4-BE49-F238E27FC236}">
                <a16:creationId xmlns:a16="http://schemas.microsoft.com/office/drawing/2014/main" id="{A579C895-447F-53D9-6F5D-AB04F32DD7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940601" y="2282622"/>
            <a:ext cx="2423700" cy="44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en" dirty="0"/>
              <a:t>SLOW</a:t>
            </a:r>
            <a:endParaRPr dirty="0"/>
          </a:p>
        </p:txBody>
      </p:sp>
      <p:sp>
        <p:nvSpPr>
          <p:cNvPr id="632" name="Google Shape;632;p48">
            <a:extLst>
              <a:ext uri="{FF2B5EF4-FFF2-40B4-BE49-F238E27FC236}">
                <a16:creationId xmlns:a16="http://schemas.microsoft.com/office/drawing/2014/main" id="{29E6D723-1DC6-9D2B-575D-110CDAC0B31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953886" y="3401969"/>
            <a:ext cx="2423700" cy="44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-GB" dirty="0"/>
              <a:t>COSTLY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34" name="Google Shape;634;p48">
            <a:extLst>
              <a:ext uri="{FF2B5EF4-FFF2-40B4-BE49-F238E27FC236}">
                <a16:creationId xmlns:a16="http://schemas.microsoft.com/office/drawing/2014/main" id="{58740205-97C7-E43F-630F-49D1CF9C571D}"/>
              </a:ext>
            </a:extLst>
          </p:cNvPr>
          <p:cNvSpPr/>
          <p:nvPr/>
        </p:nvSpPr>
        <p:spPr>
          <a:xfrm>
            <a:off x="4683301" y="1585357"/>
            <a:ext cx="1004100" cy="100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i="1" dirty="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635" name="Google Shape;635;p48">
            <a:extLst>
              <a:ext uri="{FF2B5EF4-FFF2-40B4-BE49-F238E27FC236}">
                <a16:creationId xmlns:a16="http://schemas.microsoft.com/office/drawing/2014/main" id="{9FE302C4-42E6-339B-ECC4-9BAF85D1EA59}"/>
              </a:ext>
            </a:extLst>
          </p:cNvPr>
          <p:cNvSpPr/>
          <p:nvPr/>
        </p:nvSpPr>
        <p:spPr>
          <a:xfrm>
            <a:off x="4683301" y="3076982"/>
            <a:ext cx="1004100" cy="10035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000" i="1" dirty="0">
              <a:solidFill>
                <a:schemeClr val="dk1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B5B94C-AB28-3EAE-4440-2198F804F3B6}"/>
              </a:ext>
            </a:extLst>
          </p:cNvPr>
          <p:cNvSpPr txBox="1"/>
          <p:nvPr/>
        </p:nvSpPr>
        <p:spPr>
          <a:xfrm>
            <a:off x="580940" y="688838"/>
            <a:ext cx="3549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3600" dirty="0">
                <a:solidFill>
                  <a:schemeClr val="tx1"/>
                </a:solidFill>
                <a:latin typeface="Krona One" panose="020B0604020202020204" charset="0"/>
              </a:rPr>
              <a:t>PROBLEM</a:t>
            </a:r>
            <a:endParaRPr lang="en-DE" sz="3600" dirty="0">
              <a:solidFill>
                <a:schemeClr val="tx1"/>
              </a:solidFill>
              <a:latin typeface="Krona One" panose="020B0604020202020204" charset="0"/>
            </a:endParaRPr>
          </a:p>
        </p:txBody>
      </p:sp>
      <p:sp>
        <p:nvSpPr>
          <p:cNvPr id="7" name="Google Shape;530;p41">
            <a:extLst>
              <a:ext uri="{FF2B5EF4-FFF2-40B4-BE49-F238E27FC236}">
                <a16:creationId xmlns:a16="http://schemas.microsoft.com/office/drawing/2014/main" id="{6E33221F-F456-4E23-3514-7D1F7091C126}"/>
              </a:ext>
            </a:extLst>
          </p:cNvPr>
          <p:cNvSpPr txBox="1">
            <a:spLocks/>
          </p:cNvSpPr>
          <p:nvPr/>
        </p:nvSpPr>
        <p:spPr>
          <a:xfrm>
            <a:off x="632090" y="1347226"/>
            <a:ext cx="4464300" cy="4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dirty="0">
                <a:solidFill>
                  <a:schemeClr val="tx1"/>
                </a:solidFill>
                <a:latin typeface="Krona One" panose="020B0604020202020204" charset="0"/>
              </a:rPr>
              <a:t>Manual sorting of delivery notes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4DEEA1-0FC6-C4E0-C537-3A524E3C191A}"/>
              </a:ext>
            </a:extLst>
          </p:cNvPr>
          <p:cNvCxnSpPr>
            <a:cxnSpLocks/>
          </p:cNvCxnSpPr>
          <p:nvPr/>
        </p:nvCxnSpPr>
        <p:spPr>
          <a:xfrm>
            <a:off x="680605" y="1750726"/>
            <a:ext cx="38186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350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5D28DF5-ADFC-89EB-D840-560796A4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8" name="Google Shape;538;p42">
            <a:extLst>
              <a:ext uri="{FF2B5EF4-FFF2-40B4-BE49-F238E27FC236}">
                <a16:creationId xmlns:a16="http://schemas.microsoft.com/office/drawing/2014/main" id="{D2C5E33E-7FD8-4FC7-DD25-5A9EFC6EE7CF}"/>
              </a:ext>
            </a:extLst>
          </p:cNvPr>
          <p:cNvPicPr preferRelativeResize="0"/>
          <p:nvPr/>
        </p:nvPicPr>
        <p:blipFill rotWithShape="1">
          <a:blip r:embed="rId3">
            <a:alphaModFix amt="65000"/>
          </a:blip>
          <a:srcRect t="19" b="29"/>
          <a:stretch/>
        </p:blipFill>
        <p:spPr>
          <a:xfrm>
            <a:off x="1327925" y="-1249075"/>
            <a:ext cx="2646144" cy="2618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42">
            <a:extLst>
              <a:ext uri="{FF2B5EF4-FFF2-40B4-BE49-F238E27FC236}">
                <a16:creationId xmlns:a16="http://schemas.microsoft.com/office/drawing/2014/main" id="{27F1921C-E308-44F6-A553-CC632317651E}"/>
              </a:ext>
            </a:extLst>
          </p:cNvPr>
          <p:cNvPicPr preferRelativeResize="0"/>
          <p:nvPr/>
        </p:nvPicPr>
        <p:blipFill rotWithShape="1">
          <a:blip r:embed="rId4">
            <a:alphaModFix amt="79000"/>
          </a:blip>
          <a:srcRect t="19" b="19"/>
          <a:stretch/>
        </p:blipFill>
        <p:spPr>
          <a:xfrm rot="-5400000">
            <a:off x="5367660" y="3490247"/>
            <a:ext cx="2803725" cy="270170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EC7F6D-C701-211E-76CA-36B743F66B63}"/>
              </a:ext>
            </a:extLst>
          </p:cNvPr>
          <p:cNvSpPr txBox="1"/>
          <p:nvPr/>
        </p:nvSpPr>
        <p:spPr>
          <a:xfrm>
            <a:off x="1034098" y="1479143"/>
            <a:ext cx="708627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dirty="0">
                <a:solidFill>
                  <a:schemeClr val="accent2"/>
                </a:solidFill>
                <a:latin typeface="Krona One" panose="020B0604020202020204" charset="0"/>
              </a:rPr>
              <a:t>The solution?</a:t>
            </a:r>
            <a:br>
              <a:rPr lang="en-GB" sz="3200" dirty="0">
                <a:solidFill>
                  <a:schemeClr val="accent6"/>
                </a:solidFill>
                <a:latin typeface="Krona One" panose="020B0604020202020204" charset="0"/>
              </a:rPr>
            </a:br>
            <a:endParaRPr lang="en-GB" sz="3200" b="1" dirty="0">
              <a:solidFill>
                <a:schemeClr val="accent6"/>
              </a:solidFill>
              <a:latin typeface="Krona One" panose="020B0604020202020204" charset="0"/>
            </a:endParaRPr>
          </a:p>
          <a:p>
            <a:pPr algn="ctr"/>
            <a:r>
              <a:rPr lang="en-GB" sz="2400" b="1" dirty="0">
                <a:solidFill>
                  <a:schemeClr val="accent6"/>
                </a:solidFill>
                <a:latin typeface="Krona One" panose="020B0604020202020204" charset="0"/>
              </a:rPr>
              <a:t>A lightweight, local pipeline that does the sorting and linking—</a:t>
            </a:r>
            <a:r>
              <a:rPr lang="en-GB" sz="2400" b="1" dirty="0">
                <a:solidFill>
                  <a:schemeClr val="accent1"/>
                </a:solidFill>
                <a:latin typeface="Krona One" panose="020B0604020202020204" charset="0"/>
              </a:rPr>
              <a:t>automatically</a:t>
            </a:r>
            <a:r>
              <a:rPr lang="en-GB" sz="2400" b="1" dirty="0">
                <a:solidFill>
                  <a:schemeClr val="accent6"/>
                </a:solidFill>
                <a:latin typeface="Krona One" panose="020B0604020202020204" charset="0"/>
              </a:rPr>
              <a:t>.</a:t>
            </a:r>
            <a:endParaRPr lang="en-DE" sz="2400" b="1" dirty="0">
              <a:solidFill>
                <a:schemeClr val="accent6"/>
              </a:solidFill>
              <a:latin typeface="Krona O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577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A4512B46-D0BB-CC39-535D-84860B430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288C3A01-8BB7-3D56-4CCC-FBC569A07B49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A1EAE7B1-6B07-7E4D-ACE4-5B5AA0AB045E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F1C991C-DD26-1093-217A-0C677DE8EC78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70998D-D536-5772-AAA3-5E5D92E9311D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F0FC52-6A1C-C1BD-BA18-91D6017E2FAC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32E66A-AE09-EADC-0712-5586340FE363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710B44C-9714-8271-5509-FE9D83481FC8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D3EED9D-EE4A-C17A-A657-D0D299CB4536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356C40-5A7A-AFE5-5AE5-5187DBDC0702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5D5A25-3837-6D21-0106-8976C281D99D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F98FF05-4C41-9826-9E97-4843A63E8A32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5986CE-8B01-1000-3046-B88AA44DE51F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3E89E6E-0C31-FBC3-2A30-E892101C3F2E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9B9EE506-0876-7B6F-D289-F4E36A3BBF11}"/>
              </a:ext>
            </a:extLst>
          </p:cNvPr>
          <p:cNvSpPr/>
          <p:nvPr/>
        </p:nvSpPr>
        <p:spPr>
          <a:xfrm>
            <a:off x="2537868" y="1108431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C6F455AB-2046-E479-EAE3-0C4A81C9282F}"/>
              </a:ext>
            </a:extLst>
          </p:cNvPr>
          <p:cNvSpPr/>
          <p:nvPr/>
        </p:nvSpPr>
        <p:spPr>
          <a:xfrm>
            <a:off x="4296559" y="1106252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>
                <a:cs typeface="Arial"/>
              </a:rPr>
              <a:t>BNR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52D99484-6F10-33FE-BEA6-549D3A10BA11}"/>
              </a:ext>
            </a:extLst>
          </p:cNvPr>
          <p:cNvSpPr/>
          <p:nvPr/>
        </p:nvSpPr>
        <p:spPr>
          <a:xfrm>
            <a:off x="6017409" y="1138002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DE" sz="1200" b="1" dirty="0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0EB1FC7A-C915-7643-BC4B-0F2780CE462A}"/>
              </a:ext>
            </a:extLst>
          </p:cNvPr>
          <p:cNvSpPr/>
          <p:nvPr/>
        </p:nvSpPr>
        <p:spPr>
          <a:xfrm>
            <a:off x="4296558" y="1106251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414BBFAE-96FC-047C-EC3C-34F983572FB1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21E911DA-3A0C-317C-C1AD-751EB7C740F3}"/>
              </a:ext>
            </a:extLst>
          </p:cNvPr>
          <p:cNvSpPr/>
          <p:nvPr/>
        </p:nvSpPr>
        <p:spPr>
          <a:xfrm>
            <a:off x="6016586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F66F46-D5A9-8787-6F10-FAFA8F92C099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43F7812-2F36-4E37-7B18-87F0FD8A7940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587B1632-709F-7021-C504-D1BAA8B0AC26}"/>
              </a:ext>
            </a:extLst>
          </p:cNvPr>
          <p:cNvSpPr/>
          <p:nvPr/>
        </p:nvSpPr>
        <p:spPr>
          <a:xfrm>
            <a:off x="4296005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C49558E-F4CB-A366-5711-E58384B07F8A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40882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2E91F30C-BB76-4F04-484F-9B0C511E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F9567C14-61C3-800B-26A2-25899DA9DA11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5D4EFA79-4A88-8424-EEAD-C8D3EFA9302F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E5876E-86F3-15B7-1993-821033625B62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4730BE-7D20-F1FE-30C9-C728619AD751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55A9F5-8EFD-2AD4-22C2-3B4FD1BAD52C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C0C052-377E-1063-B1EA-E76452C4EB8A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EACC2A-5C86-EEE7-2DCB-5EB3536E61D8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6D3F6A-57BD-188B-C4CD-4AE4C977F4FB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B2AAE9E-3EE6-D659-BCDF-65941C4DA719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2D3FB1-36B6-EA64-06AB-3BCC4955AB6E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74675AB-9A87-6EC1-727E-2C2B911F533F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FD86666-258C-73AF-36D3-534F536B777F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4F2355-C570-5548-0DAE-9ED2E27DC2AA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45422773-1DEA-8220-E8CB-87484C3A0EAC}"/>
              </a:ext>
            </a:extLst>
          </p:cNvPr>
          <p:cNvSpPr/>
          <p:nvPr/>
        </p:nvSpPr>
        <p:spPr>
          <a:xfrm>
            <a:off x="355224" y="3272835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D5181BC0-4169-6BD3-0CC2-3BF294547338}"/>
              </a:ext>
            </a:extLst>
          </p:cNvPr>
          <p:cNvSpPr/>
          <p:nvPr/>
        </p:nvSpPr>
        <p:spPr>
          <a:xfrm>
            <a:off x="356856" y="359896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>
                <a:cs typeface="Arial"/>
              </a:rPr>
              <a:t>BNR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0E044E68-0E9C-427C-1C43-0C8BF326D501}"/>
              </a:ext>
            </a:extLst>
          </p:cNvPr>
          <p:cNvSpPr/>
          <p:nvPr/>
        </p:nvSpPr>
        <p:spPr>
          <a:xfrm>
            <a:off x="357127" y="3946864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A5934CC1-AC44-5836-1FFC-5AB19103C5CF}"/>
              </a:ext>
            </a:extLst>
          </p:cNvPr>
          <p:cNvSpPr/>
          <p:nvPr/>
        </p:nvSpPr>
        <p:spPr>
          <a:xfrm>
            <a:off x="362937" y="359896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>
                <a:cs typeface="Arial"/>
              </a:rPr>
              <a:t>BNR</a:t>
            </a:r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10DB4705-3778-6F6E-4B14-F83D984B1E6D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AFF6B424-9729-E26B-C722-50CE77F5FE3A}"/>
              </a:ext>
            </a:extLst>
          </p:cNvPr>
          <p:cNvSpPr/>
          <p:nvPr/>
        </p:nvSpPr>
        <p:spPr>
          <a:xfrm>
            <a:off x="6016586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4853757-E7C5-82D6-9C9C-32AB7C826820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16DB015-A84E-547D-AF2B-BC3DFDAA2710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84B38D68-FE63-22F4-FC16-3F98831B759B}"/>
              </a:ext>
            </a:extLst>
          </p:cNvPr>
          <p:cNvSpPr/>
          <p:nvPr/>
        </p:nvSpPr>
        <p:spPr>
          <a:xfrm>
            <a:off x="4296005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5242E1-5117-A55E-26EA-CA09337792CF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6780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64C83D11-2F45-59DE-FF54-44C5E55A3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FF1F3178-B5C7-E605-E583-3953A11A0DCF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94EA2F20-B9B4-6EAB-CAE5-CF1E28C81A7B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CB8F16B-8929-C97C-8E77-77E6A5AACAD7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F05529-650C-A3E1-F45A-E92C3CBB8965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1EC05C1-F0F0-F4C7-93B2-B63922FC597B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BE3B6BE-0D8B-3AEA-44FB-B04C9A421AD0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318A14-9EAA-694A-9CB0-3494E897A7E5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71DAA0E-2E63-B0AB-28E4-A53AA2CE4EDE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50EFCCA-4D7A-8520-ED88-43D01C8E9398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11DC567-B2FD-BE4F-C00D-E408AD729BD6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CACEBE68-1D1B-E49A-6D6F-979CD1391F15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6C69A86-80BE-E6D6-C530-F824797FF361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3BDE808-C7F0-FFE4-AE46-C3A1FFB38232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8E6E39FA-4F1A-0FC2-3653-AC9753F83FDB}"/>
              </a:ext>
            </a:extLst>
          </p:cNvPr>
          <p:cNvSpPr/>
          <p:nvPr/>
        </p:nvSpPr>
        <p:spPr>
          <a:xfrm>
            <a:off x="1237874" y="3266485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DA191EA9-A178-1C2D-4E71-51F7BD95A8ED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E8C4B229-0668-57F2-35FA-22F6BC08418C}"/>
              </a:ext>
            </a:extLst>
          </p:cNvPr>
          <p:cNvSpPr/>
          <p:nvPr/>
        </p:nvSpPr>
        <p:spPr>
          <a:xfrm>
            <a:off x="5610063" y="392254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356566AB-89E2-4E39-280E-E90EAC6BBB2A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65B6EBD0-F96C-F9B9-F9EA-26219FDCE89A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2DF55737-582C-D3FD-9D94-CEAB1FE43D68}"/>
              </a:ext>
            </a:extLst>
          </p:cNvPr>
          <p:cNvSpPr/>
          <p:nvPr/>
        </p:nvSpPr>
        <p:spPr>
          <a:xfrm>
            <a:off x="4296006" y="810249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787002E9-30B3-FA17-8746-BBC48FF331C2}"/>
              </a:ext>
            </a:extLst>
          </p:cNvPr>
          <p:cNvSpPr/>
          <p:nvPr/>
        </p:nvSpPr>
        <p:spPr>
          <a:xfrm>
            <a:off x="6016586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C0FF108A-DB04-342F-7417-0D1AEA115018}"/>
              </a:ext>
            </a:extLst>
          </p:cNvPr>
          <p:cNvSpPr/>
          <p:nvPr/>
        </p:nvSpPr>
        <p:spPr>
          <a:xfrm>
            <a:off x="4296005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98845FDE-4E93-1A41-1575-D0C7BC7FD624}"/>
              </a:ext>
            </a:extLst>
          </p:cNvPr>
          <p:cNvSpPr/>
          <p:nvPr/>
        </p:nvSpPr>
        <p:spPr>
          <a:xfrm>
            <a:off x="2538947" y="810249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862D721E-CC17-BC54-67A1-B777851D3E3D}"/>
              </a:ext>
            </a:extLst>
          </p:cNvPr>
          <p:cNvSpPr/>
          <p:nvPr/>
        </p:nvSpPr>
        <p:spPr>
          <a:xfrm>
            <a:off x="4296004" y="810247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54FF8636-A138-D799-13BF-37E4D7F6C7D2}"/>
              </a:ext>
            </a:extLst>
          </p:cNvPr>
          <p:cNvSpPr/>
          <p:nvPr/>
        </p:nvSpPr>
        <p:spPr>
          <a:xfrm>
            <a:off x="6016585" y="810248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9858E41-2A93-F469-7C8A-19D1F7A5BD8C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BC3EC2-3D56-09FE-E90D-C6EB6F8B265A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BE930B-762E-D8A3-F111-A63DAE9E168B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93254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03A099B0-42DD-3DF2-78FF-381D8E558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70D5BA7E-7BA9-8721-2BF7-CC4067B6927A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D5E6C592-7D67-5B01-205D-E232976E3E25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3D77D0-EDBA-25B0-27A3-957D779DE2FB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B448E1-78A4-AFD3-250D-3C73BA683721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D34942-B3BB-62AA-875C-C622B83296D7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B4EB06-8F2E-83C8-E8A6-9243A230F1C2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0A7069-F907-D8DC-14CA-44065D4F91F1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E48A0ED-E1B7-F79A-7152-61B0F19B879A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A9E35E-F6C3-6DAF-2301-8A72E2BCD999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A06686-213D-122B-13A4-50644C0E5E7F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87484D-6BF2-A204-6C24-890312AED61F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7CE6686-353B-E883-26D0-86B4E0EAC064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DCA7591-3924-21C6-8EEC-AE1ED727D320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2E306F8E-52CE-FE29-8FCC-626FE97B4495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67D95222-19E3-58EF-1422-9BCE266E643E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BNR</a:t>
            </a:r>
            <a:endParaRPr lang="en-US" dirty="0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24D025C4-14BE-326F-D4B6-C24574228214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FED9206E-0E9F-1F5B-F98F-DA3CD279BCF8}"/>
              </a:ext>
            </a:extLst>
          </p:cNvPr>
          <p:cNvSpPr/>
          <p:nvPr/>
        </p:nvSpPr>
        <p:spPr>
          <a:xfrm>
            <a:off x="2988853" y="3594792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DDABDAAE-8959-8293-1671-CB9D0323812A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66487D5B-E5D9-6B57-4189-9D84CF099DC7}"/>
              </a:ext>
            </a:extLst>
          </p:cNvPr>
          <p:cNvSpPr/>
          <p:nvPr/>
        </p:nvSpPr>
        <p:spPr>
          <a:xfrm>
            <a:off x="4745910" y="3594792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F05D8FF4-99EE-1CCB-2014-AB05F851476B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9" name="Rectangle: Folded Corner 28">
            <a:extLst>
              <a:ext uri="{FF2B5EF4-FFF2-40B4-BE49-F238E27FC236}">
                <a16:creationId xmlns:a16="http://schemas.microsoft.com/office/drawing/2014/main" id="{03EC7328-90D7-F775-F833-D5F446664C9F}"/>
              </a:ext>
            </a:extLst>
          </p:cNvPr>
          <p:cNvSpPr/>
          <p:nvPr/>
        </p:nvSpPr>
        <p:spPr>
          <a:xfrm>
            <a:off x="6016586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1" name="Rectangle: Folded Corner 30">
            <a:extLst>
              <a:ext uri="{FF2B5EF4-FFF2-40B4-BE49-F238E27FC236}">
                <a16:creationId xmlns:a16="http://schemas.microsoft.com/office/drawing/2014/main" id="{27681BF6-5E18-773C-A69F-936E6A39523D}"/>
              </a:ext>
            </a:extLst>
          </p:cNvPr>
          <p:cNvSpPr/>
          <p:nvPr/>
        </p:nvSpPr>
        <p:spPr>
          <a:xfrm>
            <a:off x="4296005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788A002-0454-B9A6-D676-6F28F8C83377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344396-F704-3D4E-576B-77A6F6F20EDC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AF477FC-DC30-08A9-8E59-E87BB1EB4EEB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972282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0A89FECE-F742-C40D-CC03-656F0B0E1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7ED54473-2BF4-6117-84BA-0A75CA0B2985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5CCA342C-6B39-C682-7213-8D911818DA81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DD66FC-3B51-8542-024A-5C749BC0789F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24F017-A26A-B0C4-3AC5-876B89515F69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A986E7-5E25-3049-C19E-59D3862A17A9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C4E5E4-79DA-BCFA-CD7D-19A6143B589F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22CBB0-A2D4-1E79-C1B3-5CE688DAF2F2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03ACCA5-28D9-66FC-BD38-1BC71BAD3487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46A3042-C369-9AFE-5EF0-AA8C43FE9093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4A7FB13-D578-D528-036C-B8FD16F04EB3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52583C3-7FDF-CFA0-F317-C3EEF27F66AA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ADC25D9-61E8-5DFD-6C2E-41E5D5335629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BA4ADC3-8761-2564-6A6A-211F240C5471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F1B1EC87-4703-FD9B-5039-F6FAEEBEB070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FE076735-14C4-4185-63BE-B5A98568E8E7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243140D6-D56D-A978-81A0-18CBE9CD16A3}"/>
              </a:ext>
            </a:extLst>
          </p:cNvPr>
          <p:cNvSpPr/>
          <p:nvPr/>
        </p:nvSpPr>
        <p:spPr>
          <a:xfrm>
            <a:off x="2538947" y="736616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Name</a:t>
            </a:r>
            <a:endParaRPr lang="en-US" sz="1000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CD64F2CA-7BCE-8C11-F6C1-8045E8473C7E}"/>
              </a:ext>
            </a:extLst>
          </p:cNvPr>
          <p:cNvSpPr/>
          <p:nvPr/>
        </p:nvSpPr>
        <p:spPr>
          <a:xfrm>
            <a:off x="2538946" y="1064924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04F88139-D679-7F88-4F56-0669F7053447}"/>
              </a:ext>
            </a:extLst>
          </p:cNvPr>
          <p:cNvSpPr/>
          <p:nvPr/>
        </p:nvSpPr>
        <p:spPr>
          <a:xfrm>
            <a:off x="4296005" y="76201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Name</a:t>
            </a:r>
            <a:endParaRPr lang="en-US" sz="1000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2E12760C-9DD0-5BBF-A31A-5B325BEB822F}"/>
              </a:ext>
            </a:extLst>
          </p:cNvPr>
          <p:cNvSpPr/>
          <p:nvPr/>
        </p:nvSpPr>
        <p:spPr>
          <a:xfrm>
            <a:off x="4289924" y="1090323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DADB83E5-8D83-11AF-0F09-BDFE307DE0C4}"/>
              </a:ext>
            </a:extLst>
          </p:cNvPr>
          <p:cNvSpPr/>
          <p:nvPr/>
        </p:nvSpPr>
        <p:spPr>
          <a:xfrm>
            <a:off x="6016585" y="74931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Name</a:t>
            </a:r>
            <a:endParaRPr lang="en-US" sz="1000" dirty="0"/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824E2887-B430-87DF-76C7-CFD220E9DAE0}"/>
              </a:ext>
            </a:extLst>
          </p:cNvPr>
          <p:cNvSpPr/>
          <p:nvPr/>
        </p:nvSpPr>
        <p:spPr>
          <a:xfrm>
            <a:off x="6016584" y="1077623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094FBFC3-7309-F1F3-786D-94F4D9020D3A}"/>
              </a:ext>
            </a:extLst>
          </p:cNvPr>
          <p:cNvSpPr/>
          <p:nvPr/>
        </p:nvSpPr>
        <p:spPr>
          <a:xfrm>
            <a:off x="2538946" y="1390666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Date</a:t>
            </a:r>
            <a:endParaRPr lang="en-US" sz="1000" dirty="0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0B0D89AC-44AF-6AF1-DA09-82A024975603}"/>
              </a:ext>
            </a:extLst>
          </p:cNvPr>
          <p:cNvSpPr/>
          <p:nvPr/>
        </p:nvSpPr>
        <p:spPr>
          <a:xfrm>
            <a:off x="4289923" y="1414173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Date</a:t>
            </a:r>
            <a:endParaRPr lang="en-GB" sz="800" b="1" dirty="0">
              <a:cs typeface="Arial"/>
            </a:endParaRPr>
          </a:p>
        </p:txBody>
      </p:sp>
      <p:sp>
        <p:nvSpPr>
          <p:cNvPr id="27" name="Rectangle: Folded Corner 26">
            <a:extLst>
              <a:ext uri="{FF2B5EF4-FFF2-40B4-BE49-F238E27FC236}">
                <a16:creationId xmlns:a16="http://schemas.microsoft.com/office/drawing/2014/main" id="{647009A1-8556-7CD7-9D32-8957BB4F52CC}"/>
              </a:ext>
            </a:extLst>
          </p:cNvPr>
          <p:cNvSpPr/>
          <p:nvPr/>
        </p:nvSpPr>
        <p:spPr>
          <a:xfrm>
            <a:off x="6016584" y="1403364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Date</a:t>
            </a:r>
            <a:endParaRPr lang="en-US" sz="1000" dirty="0"/>
          </a:p>
        </p:txBody>
      </p:sp>
      <p:sp>
        <p:nvSpPr>
          <p:cNvPr id="29" name="Rectangle: Folded Corner 28">
            <a:extLst>
              <a:ext uri="{FF2B5EF4-FFF2-40B4-BE49-F238E27FC236}">
                <a16:creationId xmlns:a16="http://schemas.microsoft.com/office/drawing/2014/main" id="{C0D17256-97B1-23EE-DB02-0D28A0868A37}"/>
              </a:ext>
            </a:extLst>
          </p:cNvPr>
          <p:cNvSpPr/>
          <p:nvPr/>
        </p:nvSpPr>
        <p:spPr>
          <a:xfrm>
            <a:off x="2538948" y="749452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1" name="Rectangle: Folded Corner 30">
            <a:extLst>
              <a:ext uri="{FF2B5EF4-FFF2-40B4-BE49-F238E27FC236}">
                <a16:creationId xmlns:a16="http://schemas.microsoft.com/office/drawing/2014/main" id="{EAB7299B-EEA7-D3C9-F57B-B9B2D0ACD3BA}"/>
              </a:ext>
            </a:extLst>
          </p:cNvPr>
          <p:cNvSpPr/>
          <p:nvPr/>
        </p:nvSpPr>
        <p:spPr>
          <a:xfrm>
            <a:off x="6016586" y="749451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3" name="Rectangle: Folded Corner 32">
            <a:extLst>
              <a:ext uri="{FF2B5EF4-FFF2-40B4-BE49-F238E27FC236}">
                <a16:creationId xmlns:a16="http://schemas.microsoft.com/office/drawing/2014/main" id="{5AE5C5BF-D925-3B35-544C-3656D6810C2D}"/>
              </a:ext>
            </a:extLst>
          </p:cNvPr>
          <p:cNvSpPr/>
          <p:nvPr/>
        </p:nvSpPr>
        <p:spPr>
          <a:xfrm>
            <a:off x="4296005" y="749450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B90A163-5490-C1A0-C22C-E26DF2EB222E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882AFC8-308D-E480-A7C4-D42AB5BE5A92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2B6281A2-6E62-F8A2-27EB-0B6E5A63B9C2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8" name="Rectangle: Folded Corner 27">
            <a:extLst>
              <a:ext uri="{FF2B5EF4-FFF2-40B4-BE49-F238E27FC236}">
                <a16:creationId xmlns:a16="http://schemas.microsoft.com/office/drawing/2014/main" id="{78A328DE-6477-BABD-8BA9-9F106141D663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678D000-CBCD-5AA5-F156-18391A946A14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468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BB2A96CF-937E-8FA4-E2AC-2623ABFD2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166D2C56-6F19-8F1F-9F96-42AFFBA228E1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1F897A04-ED13-44F2-8D38-C3B5813C7750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8641222-216A-30C5-CC8D-85E69E4A473C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2D7E65-3698-9DB8-C506-BC55A205489F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F8B1C8-ADD8-4E5A-3B24-85018AA7338D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092879-B82C-951F-1D7F-A38835F27BFC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FA86C65-31D4-5DC2-10D0-AB8C4D080F9A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7EE1DA-EAD4-055A-AAED-FCD2E5641838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F8B8320-D814-F218-E19B-5B5BCF98434C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0078571-A665-6C3B-B0DC-7EC3EB43208C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7002921-7343-53E1-34F7-D3721F0FBA90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A188C92-CE97-85D1-5BD5-D1E121492D33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EB5D9C6-B161-E10E-6242-71F34B6D9760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E8C79A4D-E67A-88B8-16D8-D73D472C85B4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5CEBE0DA-F37C-F632-8B8B-35ECAE4AEE6D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505D0FFD-FAA8-6362-143F-35E23EC518A9}"/>
              </a:ext>
            </a:extLst>
          </p:cNvPr>
          <p:cNvSpPr/>
          <p:nvPr/>
        </p:nvSpPr>
        <p:spPr>
          <a:xfrm>
            <a:off x="533698" y="3264051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Name</a:t>
            </a:r>
            <a:endParaRPr lang="en-US" sz="1000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C05B678F-A28E-947A-9BDC-7507F47A7498}"/>
              </a:ext>
            </a:extLst>
          </p:cNvPr>
          <p:cNvSpPr/>
          <p:nvPr/>
        </p:nvSpPr>
        <p:spPr>
          <a:xfrm>
            <a:off x="533697" y="3592359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285BE2D3-5686-840E-9E84-9BD8D03D7378}"/>
              </a:ext>
            </a:extLst>
          </p:cNvPr>
          <p:cNvSpPr/>
          <p:nvPr/>
        </p:nvSpPr>
        <p:spPr>
          <a:xfrm>
            <a:off x="393862" y="3264050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Name</a:t>
            </a:r>
            <a:endParaRPr lang="en-US" sz="1000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FA0B3C0F-92A0-51C8-216B-CC6E30C0BC36}"/>
              </a:ext>
            </a:extLst>
          </p:cNvPr>
          <p:cNvSpPr/>
          <p:nvPr/>
        </p:nvSpPr>
        <p:spPr>
          <a:xfrm>
            <a:off x="387781" y="359235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15" name="Rectangle: Folded Corner 14">
            <a:extLst>
              <a:ext uri="{FF2B5EF4-FFF2-40B4-BE49-F238E27FC236}">
                <a16:creationId xmlns:a16="http://schemas.microsoft.com/office/drawing/2014/main" id="{2788BF42-0FDD-BFB3-FBB7-798A34A2285A}"/>
              </a:ext>
            </a:extLst>
          </p:cNvPr>
          <p:cNvSpPr/>
          <p:nvPr/>
        </p:nvSpPr>
        <p:spPr>
          <a:xfrm>
            <a:off x="278347" y="3264050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Name</a:t>
            </a:r>
            <a:endParaRPr lang="en-US" sz="1000" dirty="0"/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615D8D76-314B-023E-5BB6-0EF05222F69F}"/>
              </a:ext>
            </a:extLst>
          </p:cNvPr>
          <p:cNvSpPr/>
          <p:nvPr/>
        </p:nvSpPr>
        <p:spPr>
          <a:xfrm>
            <a:off x="278346" y="3592358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28" name="Rectangle: Folded Corner 27">
            <a:extLst>
              <a:ext uri="{FF2B5EF4-FFF2-40B4-BE49-F238E27FC236}">
                <a16:creationId xmlns:a16="http://schemas.microsoft.com/office/drawing/2014/main" id="{0B9BBFF8-EC6F-D94C-0458-D785D8A2116A}"/>
              </a:ext>
            </a:extLst>
          </p:cNvPr>
          <p:cNvSpPr/>
          <p:nvPr/>
        </p:nvSpPr>
        <p:spPr>
          <a:xfrm>
            <a:off x="551396" y="3924316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Date</a:t>
            </a:r>
            <a:endParaRPr lang="en-US" sz="1000" dirty="0"/>
          </a:p>
        </p:txBody>
      </p:sp>
      <p:sp>
        <p:nvSpPr>
          <p:cNvPr id="30" name="Rectangle: Folded Corner 29">
            <a:extLst>
              <a:ext uri="{FF2B5EF4-FFF2-40B4-BE49-F238E27FC236}">
                <a16:creationId xmlns:a16="http://schemas.microsoft.com/office/drawing/2014/main" id="{61317CB8-A814-E2D6-B2CA-B856C34836EC}"/>
              </a:ext>
            </a:extLst>
          </p:cNvPr>
          <p:cNvSpPr/>
          <p:nvPr/>
        </p:nvSpPr>
        <p:spPr>
          <a:xfrm>
            <a:off x="384673" y="3916073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Date</a:t>
            </a:r>
            <a:endParaRPr lang="en-GB" sz="800" b="1" dirty="0">
              <a:cs typeface="Arial"/>
            </a:endParaRP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F86F3372-D78F-3F48-1287-1650A6EB1A9E}"/>
              </a:ext>
            </a:extLst>
          </p:cNvPr>
          <p:cNvSpPr/>
          <p:nvPr/>
        </p:nvSpPr>
        <p:spPr>
          <a:xfrm>
            <a:off x="275373" y="3911884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Date</a:t>
            </a:r>
            <a:endParaRPr lang="en-US" sz="1000" dirty="0"/>
          </a:p>
        </p:txBody>
      </p:sp>
      <p:sp>
        <p:nvSpPr>
          <p:cNvPr id="34" name="Rectangle: Folded Corner 33">
            <a:extLst>
              <a:ext uri="{FF2B5EF4-FFF2-40B4-BE49-F238E27FC236}">
                <a16:creationId xmlns:a16="http://schemas.microsoft.com/office/drawing/2014/main" id="{5C45BB26-9C72-A8B9-C3AE-AF4BC8AD3EB1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4D6F9F48-8829-4851-B6C4-C966EA308C03}"/>
              </a:ext>
            </a:extLst>
          </p:cNvPr>
          <p:cNvSpPr/>
          <p:nvPr/>
        </p:nvSpPr>
        <p:spPr>
          <a:xfrm>
            <a:off x="6016586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8" name="Rectangle: Folded Corner 37">
            <a:extLst>
              <a:ext uri="{FF2B5EF4-FFF2-40B4-BE49-F238E27FC236}">
                <a16:creationId xmlns:a16="http://schemas.microsoft.com/office/drawing/2014/main" id="{F611BEF0-328C-AFA6-01D4-C195029249BF}"/>
              </a:ext>
            </a:extLst>
          </p:cNvPr>
          <p:cNvSpPr/>
          <p:nvPr/>
        </p:nvSpPr>
        <p:spPr>
          <a:xfrm>
            <a:off x="4296005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7D9C175-6C3A-8425-C64C-4EECA41EA402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09283F7-9F14-F5CE-488F-96EC4C949C32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D0EEF9C3-EF2B-7527-DEA0-E4631083A05A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A5B07A3E-51F3-F632-26EB-10D77847E94D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483885E-C721-864C-FFEA-1205C6620EB7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242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33C89407-3C9B-16C1-9982-8187669B1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EA741815-732C-ABA0-BF55-3F88708B2D20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B35A8DD3-16EE-AF26-F4EB-C2A6C59DB929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E8BAAE-463E-0860-F01E-FFF3FEE5AAA6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E0FD24-9790-6345-762D-434A9687F03E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645A1C-4D59-AE6B-B045-D3ED05AF6BEA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FB9D38-6E77-87FB-4865-1203B367D75F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0EA12B-C071-B2AA-E5E5-83C6868DD303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EEF30E6-3D49-AE3A-DB00-F8D5A9DF2DF1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92E7DF1-AFAC-70E0-A6F0-B4DCF5E34687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0F8922B-54EC-8BAC-EBA6-48C7B1550296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D953F9E-7CE8-1512-2749-482BC6363C2D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44ECFD6-5822-87F6-1648-126FAB48FA75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3066872-A757-4ECF-101A-6779D861CE2D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3E5AA6F3-215A-F73E-1A90-6914D1871165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349A4BC2-C765-F1EB-AAD1-0CD299CF2240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7B607614-F5B2-F566-4013-FD7AEA69216D}"/>
              </a:ext>
            </a:extLst>
          </p:cNvPr>
          <p:cNvSpPr/>
          <p:nvPr/>
        </p:nvSpPr>
        <p:spPr>
          <a:xfrm>
            <a:off x="2125521" y="3283641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Name</a:t>
            </a:r>
            <a:endParaRPr lang="en-US" sz="1000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C4649890-6F9A-20F6-2BD2-A320E3241C36}"/>
              </a:ext>
            </a:extLst>
          </p:cNvPr>
          <p:cNvSpPr/>
          <p:nvPr/>
        </p:nvSpPr>
        <p:spPr>
          <a:xfrm>
            <a:off x="9236710" y="355952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7273C278-3453-0ED6-CB30-40DA41C163E0}"/>
              </a:ext>
            </a:extLst>
          </p:cNvPr>
          <p:cNvSpPr/>
          <p:nvPr/>
        </p:nvSpPr>
        <p:spPr>
          <a:xfrm>
            <a:off x="3882579" y="3289451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Name</a:t>
            </a:r>
            <a:endParaRPr lang="en-US" sz="1000" dirty="0"/>
          </a:p>
        </p:txBody>
      </p:sp>
      <p:sp>
        <p:nvSpPr>
          <p:cNvPr id="14" name="Rectangle: Folded Corner 13">
            <a:extLst>
              <a:ext uri="{FF2B5EF4-FFF2-40B4-BE49-F238E27FC236}">
                <a16:creationId xmlns:a16="http://schemas.microsoft.com/office/drawing/2014/main" id="{2F1B5E4A-45DB-5002-B005-E3D50BE3200E}"/>
              </a:ext>
            </a:extLst>
          </p:cNvPr>
          <p:cNvSpPr/>
          <p:nvPr/>
        </p:nvSpPr>
        <p:spPr>
          <a:xfrm>
            <a:off x="3882578" y="360559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D47CB3E9-D87D-97B4-9FC4-EB2EE4F8674A}"/>
              </a:ext>
            </a:extLst>
          </p:cNvPr>
          <p:cNvSpPr/>
          <p:nvPr/>
        </p:nvSpPr>
        <p:spPr>
          <a:xfrm>
            <a:off x="2126196" y="3886216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Date</a:t>
            </a:r>
            <a:endParaRPr lang="en-US" sz="1000" dirty="0"/>
          </a:p>
        </p:txBody>
      </p:sp>
      <p:sp>
        <p:nvSpPr>
          <p:cNvPr id="28" name="Rectangle: Folded Corner 27">
            <a:extLst>
              <a:ext uri="{FF2B5EF4-FFF2-40B4-BE49-F238E27FC236}">
                <a16:creationId xmlns:a16="http://schemas.microsoft.com/office/drawing/2014/main" id="{840414AD-D566-5FFC-DEEB-A2AE2002A0B6}"/>
              </a:ext>
            </a:extLst>
          </p:cNvPr>
          <p:cNvSpPr/>
          <p:nvPr/>
        </p:nvSpPr>
        <p:spPr>
          <a:xfrm>
            <a:off x="3889873" y="3928773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000" b="1" dirty="0"/>
              <a:t>Date</a:t>
            </a:r>
            <a:endParaRPr lang="en-GB" sz="800" b="1" dirty="0">
              <a:cs typeface="Arial"/>
            </a:endParaRP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722E09F5-346E-7640-0CE7-CCA0F747F187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4" name="Rectangle: Folded Corner 33">
            <a:extLst>
              <a:ext uri="{FF2B5EF4-FFF2-40B4-BE49-F238E27FC236}">
                <a16:creationId xmlns:a16="http://schemas.microsoft.com/office/drawing/2014/main" id="{6A6F3EE9-3DDB-2A62-2CA1-43C1E51A1756}"/>
              </a:ext>
            </a:extLst>
          </p:cNvPr>
          <p:cNvSpPr/>
          <p:nvPr/>
        </p:nvSpPr>
        <p:spPr>
          <a:xfrm>
            <a:off x="6016586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441B12D5-F6E2-586A-E42E-07154E04207D}"/>
              </a:ext>
            </a:extLst>
          </p:cNvPr>
          <p:cNvSpPr/>
          <p:nvPr/>
        </p:nvSpPr>
        <p:spPr>
          <a:xfrm>
            <a:off x="4296005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7" name="Rectangle: Folded Corner 36">
            <a:extLst>
              <a:ext uri="{FF2B5EF4-FFF2-40B4-BE49-F238E27FC236}">
                <a16:creationId xmlns:a16="http://schemas.microsoft.com/office/drawing/2014/main" id="{DFDEA344-BBE3-B5BD-C937-C174AF9A293A}"/>
              </a:ext>
            </a:extLst>
          </p:cNvPr>
          <p:cNvSpPr/>
          <p:nvPr/>
        </p:nvSpPr>
        <p:spPr>
          <a:xfrm>
            <a:off x="4296004" y="810247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8" name="Rectangle: Folded Corner 37">
            <a:extLst>
              <a:ext uri="{FF2B5EF4-FFF2-40B4-BE49-F238E27FC236}">
                <a16:creationId xmlns:a16="http://schemas.microsoft.com/office/drawing/2014/main" id="{4B8897D5-3696-ECA2-81C1-ADC443477E1A}"/>
              </a:ext>
            </a:extLst>
          </p:cNvPr>
          <p:cNvSpPr/>
          <p:nvPr/>
        </p:nvSpPr>
        <p:spPr>
          <a:xfrm>
            <a:off x="6016585" y="810248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5D3EF95-5064-3B49-2A0E-09DF86C3E643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3D14643-63BA-0EE1-AEA7-BA4513A47E6C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7FFF66BB-5C2E-832B-1826-34FF01C67519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037E758E-626A-DE9F-06D2-70A5E95FD76F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1A0F33-2FCC-638E-4C76-31FE4C74EBEF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7287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F9F7EE3C-1E4E-94DB-EF45-BFBEF7120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ECBC92AD-3376-AA7D-39D7-EFAA3324EDE6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355EBA27-DF0C-7BC5-7E57-C1FC6BDC171A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6EB7DE6-7388-7028-EF29-1A261FCF442E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C5D276-9BFA-26F0-1557-2D50A5B35A83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036950-66E8-E6C4-D706-063C834261DC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40A487-381E-1CA0-6E75-3289139413CF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357BD-28A4-9C8B-6104-21326613EDAD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1489BF-95CA-FEB5-E9E8-799EB83BAD88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4100D3-FDC7-74FA-1C5C-06A62A95F0E7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2BCB0B9-7861-1411-D98E-A6392ACF23B3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047F346-AB9F-5D04-A209-07D1C74E2E27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BF65134-D84B-B5F0-6EBF-708D7B838315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9BE94C9-69F3-51AB-DEA7-7F55DFF99973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442FF8D0-29D2-E899-96FE-FE6A0E287B16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A016FEF9-027C-C150-AE63-90180D7682C8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420DBFB1-93EB-5B68-5A8E-DAFB2B3550E6}"/>
              </a:ext>
            </a:extLst>
          </p:cNvPr>
          <p:cNvSpPr/>
          <p:nvPr/>
        </p:nvSpPr>
        <p:spPr>
          <a:xfrm>
            <a:off x="9236710" y="355952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ACD48F0C-E96E-40CD-7464-EBB2B9E11A04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D05A2F4A-1060-E3A6-A4C9-67825E45881E}"/>
              </a:ext>
            </a:extLst>
          </p:cNvPr>
          <p:cNvSpPr/>
          <p:nvPr/>
        </p:nvSpPr>
        <p:spPr>
          <a:xfrm>
            <a:off x="3882579" y="3594791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A8DB8885-6ECC-9BD7-D67C-9849A3835167}"/>
              </a:ext>
            </a:extLst>
          </p:cNvPr>
          <p:cNvSpPr/>
          <p:nvPr/>
        </p:nvSpPr>
        <p:spPr>
          <a:xfrm>
            <a:off x="4296004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4697D9F8-E79D-2BEB-0047-2DCA0BD53185}"/>
              </a:ext>
            </a:extLst>
          </p:cNvPr>
          <p:cNvSpPr/>
          <p:nvPr/>
        </p:nvSpPr>
        <p:spPr>
          <a:xfrm>
            <a:off x="6016585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35DCD1-DA65-2EF9-DA73-B4D7812F7956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D3FEAD-C0F8-542D-96C7-FE1BA99BEB2C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83F44FEE-A44D-E4AA-0D4C-B81667F36675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C19CECBA-AE2B-D991-CC9C-D27C664A5CF0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AF3E95D-53D9-07E9-90F2-3B3870DFF7A8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55020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75E3D54F-3F96-C2A9-878E-352AD55C3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3663FBC4-CE71-F1B0-ECB6-A99D88711AA2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C24A22EB-3897-208E-A955-26EB8123165C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3D6F8D-E159-6D2E-7139-3D3FFDD35D5F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BBEABE-8505-BF19-F6A8-B3F7431A8E9D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A2DBD1-980E-0134-78AE-57DC26A2BE7A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52447A-5D41-85F4-6C48-087015D725AD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94E2E66-CA40-28EB-9BE7-69C1BE42FA05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CADF52-9691-E42E-A4C7-EFBE51643BB2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5DE536A-449D-467F-9FEB-F2937268B31A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B3CFB45-6F4C-B852-234D-F51D548D0EB1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A3FDD9-0648-CAD9-A389-D4C9A0370408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D4FB98F-ADE9-6135-7B0F-FA880479E5E7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0214431-F60B-0AEC-8ADE-F75B604A8185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4325721-DEB7-D697-C383-408C58883506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E3CE38AD-A910-BDED-9D77-AAA6ECD3BA22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A35F7AA5-F82C-D1DD-F498-B4AB12A040AA}"/>
              </a:ext>
            </a:extLst>
          </p:cNvPr>
          <p:cNvSpPr/>
          <p:nvPr/>
        </p:nvSpPr>
        <p:spPr>
          <a:xfrm>
            <a:off x="9236710" y="355952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AC8FD41F-675B-7D28-6239-2CFA325124C9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E2072377-5937-4F49-D4CF-73C8166AB87B}"/>
              </a:ext>
            </a:extLst>
          </p:cNvPr>
          <p:cNvSpPr/>
          <p:nvPr/>
        </p:nvSpPr>
        <p:spPr>
          <a:xfrm>
            <a:off x="3882579" y="3594791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FEC35990-6FCD-E245-DC5E-4175DBBCB408}"/>
              </a:ext>
            </a:extLst>
          </p:cNvPr>
          <p:cNvSpPr/>
          <p:nvPr/>
        </p:nvSpPr>
        <p:spPr>
          <a:xfrm>
            <a:off x="4296004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96BE13C7-E071-188B-CCD4-169D59DF8084}"/>
              </a:ext>
            </a:extLst>
          </p:cNvPr>
          <p:cNvSpPr/>
          <p:nvPr/>
        </p:nvSpPr>
        <p:spPr>
          <a:xfrm>
            <a:off x="6016585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B709677-7C47-268C-B026-FBF87E80FD03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593116-CA2D-9E7D-087C-5385F5509596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1BD08762-218C-905B-CE62-7BF219E55030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DD92CCB7-CE2D-7414-424C-02E098325A39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CDC1C0-5066-C8B5-94C1-1094E76BB582}"/>
              </a:ext>
            </a:extLst>
          </p:cNvPr>
          <p:cNvSpPr txBox="1"/>
          <p:nvPr/>
        </p:nvSpPr>
        <p:spPr>
          <a:xfrm>
            <a:off x="7442026" y="4014841"/>
            <a:ext cx="68086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AGB</a:t>
            </a:r>
            <a:endParaRPr lang="en-DE" b="1" dirty="0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66E36E82-C4E9-829E-8465-7EC99230B700}"/>
              </a:ext>
            </a:extLst>
          </p:cNvPr>
          <p:cNvSpPr/>
          <p:nvPr/>
        </p:nvSpPr>
        <p:spPr>
          <a:xfrm>
            <a:off x="5607666" y="35998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92AFA912-C7A9-9CCD-0130-83C0623C45F3}"/>
              </a:ext>
            </a:extLst>
          </p:cNvPr>
          <p:cNvSpPr/>
          <p:nvPr/>
        </p:nvSpPr>
        <p:spPr>
          <a:xfrm>
            <a:off x="5607666" y="35998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118946-6375-B1FC-3D88-8229CC29F82F}"/>
              </a:ext>
            </a:extLst>
          </p:cNvPr>
          <p:cNvSpPr txBox="1"/>
          <p:nvPr/>
        </p:nvSpPr>
        <p:spPr>
          <a:xfrm>
            <a:off x="6675916" y="4021283"/>
            <a:ext cx="54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2/3</a:t>
            </a:r>
            <a:endParaRPr lang="en-DE" b="1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CDD70B9-33F0-1C44-C093-058FDB8F71DB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2FFA5B-ED84-9E87-B836-5C73F792342C}"/>
              </a:ext>
            </a:extLst>
          </p:cNvPr>
          <p:cNvSpPr txBox="1"/>
          <p:nvPr/>
        </p:nvSpPr>
        <p:spPr>
          <a:xfrm>
            <a:off x="8432272" y="4016087"/>
            <a:ext cx="54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1/1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2944809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C29333DD-91CF-FB97-BDEE-75B5095E9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148CF516-BFEA-3216-1E76-106DD17CC1B7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97DD9B88-7967-8B54-9E83-AB95BD999F3D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A7EE46-85CB-7697-E0DC-24B38243B864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482173-60C1-4963-C8AD-97920AFA78BF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D7FDD0-7846-4127-9B77-3206A5DAFADF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AD10E3-CC11-64B5-E75E-C5E69B6F2EF4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042D975-E6D8-F083-39C3-AD24998C5C85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C6C806D-3AA5-4101-83F4-5D00DCD06A68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F67A8F-98BA-FFAE-227C-ADE574FBA61F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03E8A9E-9BA4-3D19-0328-B3AF9997AC78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9FDD7DC-DB26-E47E-B3E3-45A2395ED3B5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9D98822-50AB-78C4-4367-B11495E2E2E8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90E793-03C2-8719-3F9B-9984780D5F1E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4B92274E-567C-2309-CE87-CC337EF6A23A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49A3E23F-75C3-B203-AC62-27603FD4D45F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711CA681-D114-BE9C-32F7-6764487CCE0A}"/>
              </a:ext>
            </a:extLst>
          </p:cNvPr>
          <p:cNvSpPr/>
          <p:nvPr/>
        </p:nvSpPr>
        <p:spPr>
          <a:xfrm>
            <a:off x="9236710" y="355952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56803C06-A8C6-1D40-7AFF-4CC045185E42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CE457CB3-0D1E-5519-D241-BB70DBDAC8F2}"/>
              </a:ext>
            </a:extLst>
          </p:cNvPr>
          <p:cNvSpPr/>
          <p:nvPr/>
        </p:nvSpPr>
        <p:spPr>
          <a:xfrm>
            <a:off x="3882579" y="3594791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D2C290EE-DA1A-EFDC-24E6-69C209120E8A}"/>
              </a:ext>
            </a:extLst>
          </p:cNvPr>
          <p:cNvSpPr/>
          <p:nvPr/>
        </p:nvSpPr>
        <p:spPr>
          <a:xfrm>
            <a:off x="4296004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398FCE24-AED6-72B9-43FB-167A726F5108}"/>
              </a:ext>
            </a:extLst>
          </p:cNvPr>
          <p:cNvSpPr/>
          <p:nvPr/>
        </p:nvSpPr>
        <p:spPr>
          <a:xfrm>
            <a:off x="6016585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E5B99E9-ECB4-0BD6-EA51-B44F35D5E4F4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1A1F67-EEA0-3DEE-624B-F7FA03AE7AF1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1CB7FC77-FA4A-5EE9-F2CB-653C672121D3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D27548E4-75FB-53C7-0CD2-112291FDC5B4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0B44BE-3E20-666B-30FA-DDB71893D070}"/>
              </a:ext>
            </a:extLst>
          </p:cNvPr>
          <p:cNvSpPr txBox="1"/>
          <p:nvPr/>
        </p:nvSpPr>
        <p:spPr>
          <a:xfrm>
            <a:off x="6675916" y="4021283"/>
            <a:ext cx="54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2/3</a:t>
            </a:r>
            <a:endParaRPr lang="en-DE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8802D9-C884-07E0-9655-FA71BB48B804}"/>
              </a:ext>
            </a:extLst>
          </p:cNvPr>
          <p:cNvSpPr txBox="1"/>
          <p:nvPr/>
        </p:nvSpPr>
        <p:spPr>
          <a:xfrm>
            <a:off x="7442026" y="4014841"/>
            <a:ext cx="68086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AGB</a:t>
            </a:r>
            <a:endParaRPr lang="en-DE" b="1" dirty="0"/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44ED6235-6803-EBC7-C503-268ADC4BB809}"/>
              </a:ext>
            </a:extLst>
          </p:cNvPr>
          <p:cNvSpPr/>
          <p:nvPr/>
        </p:nvSpPr>
        <p:spPr>
          <a:xfrm>
            <a:off x="6475158" y="3592884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20558D55-99AE-6512-9649-8E6064F03084}"/>
              </a:ext>
            </a:extLst>
          </p:cNvPr>
          <p:cNvSpPr/>
          <p:nvPr/>
        </p:nvSpPr>
        <p:spPr>
          <a:xfrm>
            <a:off x="7336737" y="3582012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9BA002A-4436-4F09-69EB-77D8901FB40B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CA4CA4-3A32-0D9F-79E8-B6D5A2770BB1}"/>
              </a:ext>
            </a:extLst>
          </p:cNvPr>
          <p:cNvSpPr txBox="1"/>
          <p:nvPr/>
        </p:nvSpPr>
        <p:spPr>
          <a:xfrm>
            <a:off x="8432272" y="4016087"/>
            <a:ext cx="54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1/1</a:t>
            </a:r>
            <a:endParaRPr lang="en-DE" b="1" dirty="0"/>
          </a:p>
        </p:txBody>
      </p:sp>
    </p:spTree>
    <p:extLst>
      <p:ext uri="{BB962C8B-B14F-4D97-AF65-F5344CB8AC3E}">
        <p14:creationId xmlns:p14="http://schemas.microsoft.com/office/powerpoint/2010/main" val="3217619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84C69964-C83F-285A-7300-149665900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9195E7CB-D16D-EECB-0F01-47B9DC70B122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8C82D622-8EE5-D965-62C7-22B3B74B785B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4C83C86-CB6C-E34A-A3BB-9D0767C5465E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10AECF-C76F-6603-8EAB-450E855649F2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B19F07-091A-670B-6C6A-EF0C1620FE90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254CC0-4D97-49A1-A420-04C5F0DA38CE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3676034-99E6-1E45-0CB9-3D8C881610C5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544D0A8-F7E3-3EA2-4FFF-EFF13F669DF8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89EE63-5B67-6960-4BFB-50E9F53DF19D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56CB8A1-B8FF-A29A-50A9-41015670DDB7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A7FA06-6E30-7E45-3922-28866AB08CF0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28083BB-0451-29B5-C240-22A3DE530F1D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22337B-1704-EDE9-B87A-FF859ECC8814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1915E00-14FE-8035-6616-4581A9FB96B6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D013DBD6-40CC-4627-1DC8-7BC70F507067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61346D2E-6F85-9521-FCA9-5D7247AD12FF}"/>
              </a:ext>
            </a:extLst>
          </p:cNvPr>
          <p:cNvSpPr/>
          <p:nvPr/>
        </p:nvSpPr>
        <p:spPr>
          <a:xfrm>
            <a:off x="9236710" y="355952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BFA822B4-D5ED-148D-8CF2-098B631B11D8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8B90DCD0-B874-2531-2F33-16F0EB2BC355}"/>
              </a:ext>
            </a:extLst>
          </p:cNvPr>
          <p:cNvSpPr/>
          <p:nvPr/>
        </p:nvSpPr>
        <p:spPr>
          <a:xfrm>
            <a:off x="3882579" y="3594791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8E3D561F-19DE-2D48-A253-910154770436}"/>
              </a:ext>
            </a:extLst>
          </p:cNvPr>
          <p:cNvSpPr/>
          <p:nvPr/>
        </p:nvSpPr>
        <p:spPr>
          <a:xfrm>
            <a:off x="4296004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A2C25B86-09B8-70AA-137D-6C41031AA567}"/>
              </a:ext>
            </a:extLst>
          </p:cNvPr>
          <p:cNvSpPr/>
          <p:nvPr/>
        </p:nvSpPr>
        <p:spPr>
          <a:xfrm>
            <a:off x="6016585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926223E-EABC-2F99-24E6-95EF4F589FA1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DDD46C-9B71-69D1-1EAC-EA1E97B09F1C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BDED3537-8B61-3094-E59F-05B05A877EE6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0D6B8C1F-6562-637E-81CF-4BCAFC521AF0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E3B5A-39B3-BFCD-118E-EE07483F3FE8}"/>
              </a:ext>
            </a:extLst>
          </p:cNvPr>
          <p:cNvSpPr txBox="1"/>
          <p:nvPr/>
        </p:nvSpPr>
        <p:spPr>
          <a:xfrm>
            <a:off x="6675916" y="4021283"/>
            <a:ext cx="54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2/3</a:t>
            </a:r>
            <a:endParaRPr lang="en-DE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FD7D39-8C4A-19D2-A257-6AB019DDEC64}"/>
              </a:ext>
            </a:extLst>
          </p:cNvPr>
          <p:cNvSpPr txBox="1"/>
          <p:nvPr/>
        </p:nvSpPr>
        <p:spPr>
          <a:xfrm>
            <a:off x="7442026" y="4014841"/>
            <a:ext cx="68086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AGB</a:t>
            </a:r>
            <a:endParaRPr lang="en-DE" b="1" dirty="0"/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61C7B835-2243-E021-DB05-C6789007282E}"/>
              </a:ext>
            </a:extLst>
          </p:cNvPr>
          <p:cNvSpPr/>
          <p:nvPr/>
        </p:nvSpPr>
        <p:spPr>
          <a:xfrm>
            <a:off x="6475158" y="3592884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72AEAE57-2628-E03D-F7A3-A9C6F9AC8A54}"/>
              </a:ext>
            </a:extLst>
          </p:cNvPr>
          <p:cNvSpPr/>
          <p:nvPr/>
        </p:nvSpPr>
        <p:spPr>
          <a:xfrm>
            <a:off x="7336737" y="3582012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E78A787-68DD-B401-316A-201192720D66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47E71D-89DC-8838-48EE-893492E39372}"/>
              </a:ext>
            </a:extLst>
          </p:cNvPr>
          <p:cNvSpPr txBox="1"/>
          <p:nvPr/>
        </p:nvSpPr>
        <p:spPr>
          <a:xfrm>
            <a:off x="8432272" y="4016087"/>
            <a:ext cx="54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1/1</a:t>
            </a:r>
            <a:endParaRPr lang="en-DE" b="1" dirty="0"/>
          </a:p>
        </p:txBody>
      </p:sp>
      <p:pic>
        <p:nvPicPr>
          <p:cNvPr id="31" name="Graphic 30" descr="Artificial Intelligence with solid fill">
            <a:extLst>
              <a:ext uri="{FF2B5EF4-FFF2-40B4-BE49-F238E27FC236}">
                <a16:creationId xmlns:a16="http://schemas.microsoft.com/office/drawing/2014/main" id="{E783A1AE-B183-4D1E-E342-3F070D212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5796" y="3885493"/>
            <a:ext cx="405625" cy="40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685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C8688A33-7E45-16DC-F904-E148A1F27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91CDA89E-452B-8843-2EB8-B0C0A00A41EE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C939B41D-B98B-7BEC-B6DB-F01423DB13E4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D02277-B593-3148-4A74-E914653FB13C}"/>
              </a:ext>
            </a:extLst>
          </p:cNvPr>
          <p:cNvSpPr/>
          <p:nvPr/>
        </p:nvSpPr>
        <p:spPr>
          <a:xfrm>
            <a:off x="1124169" y="3203099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237E05-9300-4510-887A-4F29ED713BC3}"/>
              </a:ext>
            </a:extLst>
          </p:cNvPr>
          <p:cNvSpPr/>
          <p:nvPr/>
        </p:nvSpPr>
        <p:spPr>
          <a:xfrm>
            <a:off x="2018035" y="3203099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B0C7D0-0F4C-F6BE-CF40-C7BBEE74A4A7}"/>
              </a:ext>
            </a:extLst>
          </p:cNvPr>
          <p:cNvSpPr/>
          <p:nvPr/>
        </p:nvSpPr>
        <p:spPr>
          <a:xfrm>
            <a:off x="2879614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49B8E38-13DF-E59C-0649-7A47D75C9E09}"/>
              </a:ext>
            </a:extLst>
          </p:cNvPr>
          <p:cNvSpPr/>
          <p:nvPr/>
        </p:nvSpPr>
        <p:spPr>
          <a:xfrm>
            <a:off x="3775662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584911-FF2A-EC07-2F31-FBF8A9F21D86}"/>
              </a:ext>
            </a:extLst>
          </p:cNvPr>
          <p:cNvSpPr/>
          <p:nvPr/>
        </p:nvSpPr>
        <p:spPr>
          <a:xfrm>
            <a:off x="4637241" y="3203099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A2A5860-125C-A7A9-162B-5C44AD572134}"/>
              </a:ext>
            </a:extLst>
          </p:cNvPr>
          <p:cNvSpPr/>
          <p:nvPr/>
        </p:nvSpPr>
        <p:spPr>
          <a:xfrm>
            <a:off x="5498820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F5D246-AED7-8DE6-DEA7-D585C3509A8A}"/>
              </a:ext>
            </a:extLst>
          </p:cNvPr>
          <p:cNvSpPr/>
          <p:nvPr/>
        </p:nvSpPr>
        <p:spPr>
          <a:xfrm>
            <a:off x="6360399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E5B364-74B7-5086-34FA-FE68559A1AE0}"/>
              </a:ext>
            </a:extLst>
          </p:cNvPr>
          <p:cNvSpPr/>
          <p:nvPr/>
        </p:nvSpPr>
        <p:spPr>
          <a:xfrm>
            <a:off x="7221978" y="3203099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8E99B9-FBA2-7A19-4029-820DB7D44DAF}"/>
              </a:ext>
            </a:extLst>
          </p:cNvPr>
          <p:cNvSpPr/>
          <p:nvPr/>
        </p:nvSpPr>
        <p:spPr>
          <a:xfrm>
            <a:off x="2429022" y="664254"/>
            <a:ext cx="766110" cy="111951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>
              <a:highlight>
                <a:srgbClr val="FF0000"/>
              </a:highlight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67839-6CFD-27EB-CA75-23A8DB117C1E}"/>
              </a:ext>
            </a:extLst>
          </p:cNvPr>
          <p:cNvSpPr/>
          <p:nvPr/>
        </p:nvSpPr>
        <p:spPr>
          <a:xfrm>
            <a:off x="4186649" y="664254"/>
            <a:ext cx="766110" cy="11195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09B34E4-3A7B-B0F8-11DE-F8887DAED892}"/>
              </a:ext>
            </a:extLst>
          </p:cNvPr>
          <p:cNvSpPr/>
          <p:nvPr/>
        </p:nvSpPr>
        <p:spPr>
          <a:xfrm>
            <a:off x="5909807" y="664254"/>
            <a:ext cx="766110" cy="1119519"/>
          </a:xfrm>
          <a:prstGeom prst="roundRect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A8D72356-4900-47CE-5A82-D97544EC2A41}"/>
              </a:ext>
            </a:extLst>
          </p:cNvPr>
          <p:cNvSpPr/>
          <p:nvPr/>
        </p:nvSpPr>
        <p:spPr>
          <a:xfrm>
            <a:off x="4746463" y="3592885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3" name="Rectangle: Folded Corner 2">
            <a:extLst>
              <a:ext uri="{FF2B5EF4-FFF2-40B4-BE49-F238E27FC236}">
                <a16:creationId xmlns:a16="http://schemas.microsoft.com/office/drawing/2014/main" id="{A55BA712-E556-55AF-5529-A95998950A74}"/>
              </a:ext>
            </a:extLst>
          </p:cNvPr>
          <p:cNvSpPr/>
          <p:nvPr/>
        </p:nvSpPr>
        <p:spPr>
          <a:xfrm>
            <a:off x="2989403" y="3598964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ID</a:t>
            </a:r>
            <a:endParaRPr lang="en-DE" sz="1200" b="1" dirty="0"/>
          </a:p>
        </p:txBody>
      </p:sp>
      <p:sp>
        <p:nvSpPr>
          <p:cNvPr id="12" name="Rectangle: Folded Corner 11">
            <a:extLst>
              <a:ext uri="{FF2B5EF4-FFF2-40B4-BE49-F238E27FC236}">
                <a16:creationId xmlns:a16="http://schemas.microsoft.com/office/drawing/2014/main" id="{72B7885C-C1D4-1307-164F-B4077E7E54F4}"/>
              </a:ext>
            </a:extLst>
          </p:cNvPr>
          <p:cNvSpPr/>
          <p:nvPr/>
        </p:nvSpPr>
        <p:spPr>
          <a:xfrm>
            <a:off x="9236710" y="355952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700" b="1" dirty="0"/>
              <a:t>Address</a:t>
            </a:r>
            <a:endParaRPr lang="en-GB" sz="700" b="1">
              <a:cs typeface="Arial"/>
            </a:endParaRPr>
          </a:p>
        </p:txBody>
      </p:sp>
      <p:sp>
        <p:nvSpPr>
          <p:cNvPr id="32" name="Rectangle: Folded Corner 31">
            <a:extLst>
              <a:ext uri="{FF2B5EF4-FFF2-40B4-BE49-F238E27FC236}">
                <a16:creationId xmlns:a16="http://schemas.microsoft.com/office/drawing/2014/main" id="{81C12776-3DB8-E219-C9B1-727B211983D7}"/>
              </a:ext>
            </a:extLst>
          </p:cNvPr>
          <p:cNvSpPr/>
          <p:nvPr/>
        </p:nvSpPr>
        <p:spPr>
          <a:xfrm>
            <a:off x="2538948" y="810250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0787690F-EA3A-B101-3939-D832A46C06C0}"/>
              </a:ext>
            </a:extLst>
          </p:cNvPr>
          <p:cNvSpPr/>
          <p:nvPr/>
        </p:nvSpPr>
        <p:spPr>
          <a:xfrm>
            <a:off x="3882579" y="3594791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" name="Rectangle: Folded Corner 1">
            <a:extLst>
              <a:ext uri="{FF2B5EF4-FFF2-40B4-BE49-F238E27FC236}">
                <a16:creationId xmlns:a16="http://schemas.microsoft.com/office/drawing/2014/main" id="{658C5275-3F65-6C9F-4CF4-86C81EE03417}"/>
              </a:ext>
            </a:extLst>
          </p:cNvPr>
          <p:cNvSpPr/>
          <p:nvPr/>
        </p:nvSpPr>
        <p:spPr>
          <a:xfrm>
            <a:off x="4296004" y="810248"/>
            <a:ext cx="548418" cy="325965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8" name="Rectangle: Folded Corner 17">
            <a:extLst>
              <a:ext uri="{FF2B5EF4-FFF2-40B4-BE49-F238E27FC236}">
                <a16:creationId xmlns:a16="http://schemas.microsoft.com/office/drawing/2014/main" id="{63B9B1EF-6628-D49F-CEB3-B85FBE4E089A}"/>
              </a:ext>
            </a:extLst>
          </p:cNvPr>
          <p:cNvSpPr/>
          <p:nvPr/>
        </p:nvSpPr>
        <p:spPr>
          <a:xfrm>
            <a:off x="6016585" y="810249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060BB60-FF24-E6F6-98D5-584B20F91C22}"/>
              </a:ext>
            </a:extLst>
          </p:cNvPr>
          <p:cNvSpPr/>
          <p:nvPr/>
        </p:nvSpPr>
        <p:spPr>
          <a:xfrm>
            <a:off x="236470" y="2664301"/>
            <a:ext cx="8720493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PDF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11C32CD-511D-2AC2-4F77-D1265E2A8509}"/>
              </a:ext>
            </a:extLst>
          </p:cNvPr>
          <p:cNvSpPr/>
          <p:nvPr/>
        </p:nvSpPr>
        <p:spPr>
          <a:xfrm>
            <a:off x="2236764" y="202279"/>
            <a:ext cx="4665880" cy="1867867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b="1" dirty="0">
              <a:solidFill>
                <a:schemeClr val="tx1"/>
              </a:solidFill>
              <a:latin typeface="Krona One" panose="020B0604020202020204" charset="0"/>
            </a:endParaRPr>
          </a:p>
          <a:p>
            <a:pPr algn="ctr"/>
            <a:r>
              <a:rPr lang="en-GB" sz="1600" b="1" dirty="0">
                <a:solidFill>
                  <a:schemeClr val="tx1"/>
                </a:solidFill>
                <a:latin typeface="Krona One" panose="020B0604020202020204" charset="0"/>
              </a:rPr>
              <a:t>JSON</a:t>
            </a: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GB" sz="1600" b="1" dirty="0">
              <a:highlight>
                <a:srgbClr val="FF0000"/>
              </a:highlight>
              <a:latin typeface="Krona One" panose="020B0604020202020204" charset="0"/>
            </a:endParaRPr>
          </a:p>
          <a:p>
            <a:pPr algn="ctr"/>
            <a:endParaRPr lang="en-DE" sz="1600" b="1" dirty="0">
              <a:highlight>
                <a:srgbClr val="FF0000"/>
              </a:highlight>
              <a:latin typeface="Krona One" panose="020B0604020202020204" charset="0"/>
            </a:endParaRPr>
          </a:p>
        </p:txBody>
      </p:sp>
      <p:sp>
        <p:nvSpPr>
          <p:cNvPr id="11" name="Rectangle: Folded Corner 10">
            <a:extLst>
              <a:ext uri="{FF2B5EF4-FFF2-40B4-BE49-F238E27FC236}">
                <a16:creationId xmlns:a16="http://schemas.microsoft.com/office/drawing/2014/main" id="{21FA2D8A-A0C5-097F-D5EA-2D6667546152}"/>
              </a:ext>
            </a:extLst>
          </p:cNvPr>
          <p:cNvSpPr/>
          <p:nvPr/>
        </p:nvSpPr>
        <p:spPr>
          <a:xfrm>
            <a:off x="1237874" y="3570608"/>
            <a:ext cx="548418" cy="325965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5DECC24E-03B2-0A6C-3366-965F52CB03FE}"/>
              </a:ext>
            </a:extLst>
          </p:cNvPr>
          <p:cNvSpPr/>
          <p:nvPr/>
        </p:nvSpPr>
        <p:spPr>
          <a:xfrm>
            <a:off x="5607666" y="3596275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000C39-8207-F5FB-4AEE-CBAD4FC96584}"/>
              </a:ext>
            </a:extLst>
          </p:cNvPr>
          <p:cNvSpPr txBox="1"/>
          <p:nvPr/>
        </p:nvSpPr>
        <p:spPr>
          <a:xfrm>
            <a:off x="6675916" y="4021283"/>
            <a:ext cx="54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2/3</a:t>
            </a:r>
            <a:endParaRPr lang="en-DE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AF76AB-A21A-8626-9AD8-15B8D7AF0647}"/>
              </a:ext>
            </a:extLst>
          </p:cNvPr>
          <p:cNvSpPr txBox="1"/>
          <p:nvPr/>
        </p:nvSpPr>
        <p:spPr>
          <a:xfrm>
            <a:off x="7442026" y="4014841"/>
            <a:ext cx="68086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AGB</a:t>
            </a:r>
            <a:endParaRPr lang="en-DE" b="1" dirty="0"/>
          </a:p>
        </p:txBody>
      </p:sp>
      <p:sp>
        <p:nvSpPr>
          <p:cNvPr id="16" name="Rectangle: Folded Corner 15">
            <a:extLst>
              <a:ext uri="{FF2B5EF4-FFF2-40B4-BE49-F238E27FC236}">
                <a16:creationId xmlns:a16="http://schemas.microsoft.com/office/drawing/2014/main" id="{0542EE67-BEEA-70DA-5FE8-B07B1A1C4CBF}"/>
              </a:ext>
            </a:extLst>
          </p:cNvPr>
          <p:cNvSpPr/>
          <p:nvPr/>
        </p:nvSpPr>
        <p:spPr>
          <a:xfrm>
            <a:off x="6475158" y="3592884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2" name="Rectangle: Folded Corner 21">
            <a:extLst>
              <a:ext uri="{FF2B5EF4-FFF2-40B4-BE49-F238E27FC236}">
                <a16:creationId xmlns:a16="http://schemas.microsoft.com/office/drawing/2014/main" id="{FDF73F72-207A-4364-2D8D-85DD4D1A82D5}"/>
              </a:ext>
            </a:extLst>
          </p:cNvPr>
          <p:cNvSpPr/>
          <p:nvPr/>
        </p:nvSpPr>
        <p:spPr>
          <a:xfrm>
            <a:off x="7336737" y="3582012"/>
            <a:ext cx="548418" cy="325965"/>
          </a:xfrm>
          <a:prstGeom prst="foldedCorner">
            <a:avLst/>
          </a:prstGeom>
          <a:solidFill>
            <a:schemeClr val="bg1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1200" b="1" dirty="0"/>
              <a:t>ID</a:t>
            </a:r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FC22708-EDE3-8D0E-6DD4-DC7679F17868}"/>
              </a:ext>
            </a:extLst>
          </p:cNvPr>
          <p:cNvSpPr/>
          <p:nvPr/>
        </p:nvSpPr>
        <p:spPr>
          <a:xfrm>
            <a:off x="8084467" y="3209541"/>
            <a:ext cx="766110" cy="1119519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9F6AD8-74C9-07C7-DE2F-AA02CE35F834}"/>
              </a:ext>
            </a:extLst>
          </p:cNvPr>
          <p:cNvSpPr txBox="1"/>
          <p:nvPr/>
        </p:nvSpPr>
        <p:spPr>
          <a:xfrm>
            <a:off x="8432272" y="4016087"/>
            <a:ext cx="546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1/1</a:t>
            </a:r>
            <a:endParaRPr lang="en-DE" b="1" dirty="0"/>
          </a:p>
        </p:txBody>
      </p:sp>
      <p:pic>
        <p:nvPicPr>
          <p:cNvPr id="31" name="Graphic 30" descr="Artificial Intelligence with solid fill">
            <a:extLst>
              <a:ext uri="{FF2B5EF4-FFF2-40B4-BE49-F238E27FC236}">
                <a16:creationId xmlns:a16="http://schemas.microsoft.com/office/drawing/2014/main" id="{F9AED8B5-B405-F21C-5B8A-78D799781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05796" y="3885493"/>
            <a:ext cx="405625" cy="40562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C6032C2-D5AE-2E84-D7DF-8953F41C4E15}"/>
              </a:ext>
            </a:extLst>
          </p:cNvPr>
          <p:cNvSpPr txBox="1"/>
          <p:nvPr/>
        </p:nvSpPr>
        <p:spPr>
          <a:xfrm>
            <a:off x="2072870" y="3592884"/>
            <a:ext cx="820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Header</a:t>
            </a:r>
            <a:endParaRPr lang="en-DE" sz="1100" b="1" dirty="0"/>
          </a:p>
        </p:txBody>
      </p:sp>
    </p:spTree>
    <p:extLst>
      <p:ext uri="{BB962C8B-B14F-4D97-AF65-F5344CB8AC3E}">
        <p14:creationId xmlns:p14="http://schemas.microsoft.com/office/powerpoint/2010/main" val="3230673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2" name="Google Shape;1112;p65"/>
          <p:cNvGrpSpPr/>
          <p:nvPr/>
        </p:nvGrpSpPr>
        <p:grpSpPr>
          <a:xfrm>
            <a:off x="5067830" y="3782266"/>
            <a:ext cx="375892" cy="331756"/>
            <a:chOff x="4770463" y="3242375"/>
            <a:chExt cx="296375" cy="261575"/>
          </a:xfrm>
        </p:grpSpPr>
        <p:sp>
          <p:nvSpPr>
            <p:cNvPr id="1113" name="Google Shape;1113;p65"/>
            <p:cNvSpPr/>
            <p:nvPr/>
          </p:nvSpPr>
          <p:spPr>
            <a:xfrm>
              <a:off x="5028988" y="3330275"/>
              <a:ext cx="11600" cy="11600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32" y="0"/>
                  </a:moveTo>
                  <a:cubicBezTo>
                    <a:pt x="104" y="0"/>
                    <a:pt x="1" y="102"/>
                    <a:pt x="1" y="232"/>
                  </a:cubicBezTo>
                  <a:cubicBezTo>
                    <a:pt x="1" y="359"/>
                    <a:pt x="104" y="463"/>
                    <a:pt x="232" y="463"/>
                  </a:cubicBezTo>
                  <a:cubicBezTo>
                    <a:pt x="362" y="463"/>
                    <a:pt x="464" y="359"/>
                    <a:pt x="464" y="232"/>
                  </a:cubicBezTo>
                  <a:cubicBezTo>
                    <a:pt x="464" y="102"/>
                    <a:pt x="362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65"/>
            <p:cNvSpPr/>
            <p:nvPr/>
          </p:nvSpPr>
          <p:spPr>
            <a:xfrm>
              <a:off x="4875988" y="3363825"/>
              <a:ext cx="11600" cy="11600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32" y="0"/>
                  </a:moveTo>
                  <a:cubicBezTo>
                    <a:pt x="104" y="0"/>
                    <a:pt x="0" y="102"/>
                    <a:pt x="0" y="232"/>
                  </a:cubicBezTo>
                  <a:cubicBezTo>
                    <a:pt x="0" y="360"/>
                    <a:pt x="104" y="463"/>
                    <a:pt x="232" y="463"/>
                  </a:cubicBezTo>
                  <a:cubicBezTo>
                    <a:pt x="359" y="463"/>
                    <a:pt x="463" y="360"/>
                    <a:pt x="463" y="232"/>
                  </a:cubicBezTo>
                  <a:cubicBezTo>
                    <a:pt x="463" y="102"/>
                    <a:pt x="359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65"/>
            <p:cNvSpPr/>
            <p:nvPr/>
          </p:nvSpPr>
          <p:spPr>
            <a:xfrm>
              <a:off x="4770463" y="3242375"/>
              <a:ext cx="296375" cy="261575"/>
            </a:xfrm>
            <a:custGeom>
              <a:avLst/>
              <a:gdLst/>
              <a:ahLst/>
              <a:cxnLst/>
              <a:rect l="l" t="t" r="r" b="b"/>
              <a:pathLst>
                <a:path w="11855" h="10463" extrusionOk="0">
                  <a:moveTo>
                    <a:pt x="8039" y="462"/>
                  </a:moveTo>
                  <a:cubicBezTo>
                    <a:pt x="8446" y="462"/>
                    <a:pt x="8790" y="739"/>
                    <a:pt x="8892" y="1113"/>
                  </a:cubicBezTo>
                  <a:lnTo>
                    <a:pt x="7183" y="1113"/>
                  </a:lnTo>
                  <a:cubicBezTo>
                    <a:pt x="7285" y="739"/>
                    <a:pt x="7631" y="462"/>
                    <a:pt x="8039" y="462"/>
                  </a:cubicBezTo>
                  <a:close/>
                  <a:moveTo>
                    <a:pt x="2040" y="1707"/>
                  </a:moveTo>
                  <a:cubicBezTo>
                    <a:pt x="2388" y="1707"/>
                    <a:pt x="2674" y="1993"/>
                    <a:pt x="2674" y="2342"/>
                  </a:cubicBezTo>
                  <a:cubicBezTo>
                    <a:pt x="2674" y="2692"/>
                    <a:pt x="2388" y="2976"/>
                    <a:pt x="2040" y="2976"/>
                  </a:cubicBezTo>
                  <a:cubicBezTo>
                    <a:pt x="1691" y="2976"/>
                    <a:pt x="1405" y="2692"/>
                    <a:pt x="1405" y="2342"/>
                  </a:cubicBezTo>
                  <a:cubicBezTo>
                    <a:pt x="1405" y="1993"/>
                    <a:pt x="1691" y="1707"/>
                    <a:pt x="2040" y="1707"/>
                  </a:cubicBezTo>
                  <a:close/>
                  <a:moveTo>
                    <a:pt x="6304" y="3427"/>
                  </a:moveTo>
                  <a:cubicBezTo>
                    <a:pt x="6208" y="3724"/>
                    <a:pt x="5932" y="3936"/>
                    <a:pt x="5608" y="3936"/>
                  </a:cubicBezTo>
                  <a:lnTo>
                    <a:pt x="3062" y="3936"/>
                  </a:lnTo>
                  <a:cubicBezTo>
                    <a:pt x="2933" y="3936"/>
                    <a:pt x="2829" y="4040"/>
                    <a:pt x="2829" y="4168"/>
                  </a:cubicBezTo>
                  <a:lnTo>
                    <a:pt x="2829" y="9999"/>
                  </a:lnTo>
                  <a:lnTo>
                    <a:pt x="2342" y="9999"/>
                  </a:lnTo>
                  <a:lnTo>
                    <a:pt x="2342" y="7406"/>
                  </a:lnTo>
                  <a:cubicBezTo>
                    <a:pt x="2342" y="7289"/>
                    <a:pt x="2259" y="7185"/>
                    <a:pt x="2146" y="7169"/>
                  </a:cubicBezTo>
                  <a:cubicBezTo>
                    <a:pt x="2135" y="7167"/>
                    <a:pt x="2123" y="7166"/>
                    <a:pt x="2112" y="7166"/>
                  </a:cubicBezTo>
                  <a:cubicBezTo>
                    <a:pt x="1984" y="7166"/>
                    <a:pt x="1879" y="7271"/>
                    <a:pt x="1879" y="7398"/>
                  </a:cubicBezTo>
                  <a:lnTo>
                    <a:pt x="1879" y="9999"/>
                  </a:lnTo>
                  <a:lnTo>
                    <a:pt x="1394" y="9999"/>
                  </a:lnTo>
                  <a:lnTo>
                    <a:pt x="1394" y="5082"/>
                  </a:lnTo>
                  <a:cubicBezTo>
                    <a:pt x="1394" y="4966"/>
                    <a:pt x="1311" y="4862"/>
                    <a:pt x="1198" y="4845"/>
                  </a:cubicBezTo>
                  <a:cubicBezTo>
                    <a:pt x="1187" y="4844"/>
                    <a:pt x="1175" y="4843"/>
                    <a:pt x="1164" y="4843"/>
                  </a:cubicBezTo>
                  <a:cubicBezTo>
                    <a:pt x="1035" y="4843"/>
                    <a:pt x="931" y="4947"/>
                    <a:pt x="931" y="5075"/>
                  </a:cubicBezTo>
                  <a:lnTo>
                    <a:pt x="931" y="7271"/>
                  </a:lnTo>
                  <a:cubicBezTo>
                    <a:pt x="667" y="7221"/>
                    <a:pt x="469" y="6997"/>
                    <a:pt x="469" y="6725"/>
                  </a:cubicBezTo>
                  <a:lnTo>
                    <a:pt x="469" y="5001"/>
                  </a:lnTo>
                  <a:cubicBezTo>
                    <a:pt x="469" y="4133"/>
                    <a:pt x="1193" y="3427"/>
                    <a:pt x="2083" y="3427"/>
                  </a:cubicBezTo>
                  <a:close/>
                  <a:moveTo>
                    <a:pt x="11164" y="1576"/>
                  </a:moveTo>
                  <a:cubicBezTo>
                    <a:pt x="11290" y="1576"/>
                    <a:pt x="11391" y="1678"/>
                    <a:pt x="11391" y="1804"/>
                  </a:cubicBezTo>
                  <a:lnTo>
                    <a:pt x="11391" y="7321"/>
                  </a:lnTo>
                  <a:cubicBezTo>
                    <a:pt x="11391" y="7445"/>
                    <a:pt x="11290" y="7546"/>
                    <a:pt x="11164" y="7546"/>
                  </a:cubicBezTo>
                  <a:lnTo>
                    <a:pt x="4906" y="7546"/>
                  </a:lnTo>
                  <a:cubicBezTo>
                    <a:pt x="4782" y="7546"/>
                    <a:pt x="4680" y="7445"/>
                    <a:pt x="4680" y="7321"/>
                  </a:cubicBezTo>
                  <a:lnTo>
                    <a:pt x="4680" y="5973"/>
                  </a:lnTo>
                  <a:cubicBezTo>
                    <a:pt x="4680" y="5858"/>
                    <a:pt x="4597" y="5753"/>
                    <a:pt x="4484" y="5738"/>
                  </a:cubicBezTo>
                  <a:cubicBezTo>
                    <a:pt x="4472" y="5736"/>
                    <a:pt x="4459" y="5735"/>
                    <a:pt x="4447" y="5735"/>
                  </a:cubicBezTo>
                  <a:cubicBezTo>
                    <a:pt x="4320" y="5735"/>
                    <a:pt x="4218" y="5839"/>
                    <a:pt x="4218" y="5965"/>
                  </a:cubicBezTo>
                  <a:lnTo>
                    <a:pt x="4218" y="7343"/>
                  </a:lnTo>
                  <a:cubicBezTo>
                    <a:pt x="4218" y="7724"/>
                    <a:pt x="4525" y="8033"/>
                    <a:pt x="4906" y="8033"/>
                  </a:cubicBezTo>
                  <a:lnTo>
                    <a:pt x="7191" y="8033"/>
                  </a:lnTo>
                  <a:lnTo>
                    <a:pt x="6534" y="9999"/>
                  </a:lnTo>
                  <a:lnTo>
                    <a:pt x="3290" y="9999"/>
                  </a:lnTo>
                  <a:lnTo>
                    <a:pt x="3290" y="4399"/>
                  </a:lnTo>
                  <a:lnTo>
                    <a:pt x="5636" y="4399"/>
                  </a:lnTo>
                  <a:cubicBezTo>
                    <a:pt x="6295" y="4399"/>
                    <a:pt x="6832" y="3859"/>
                    <a:pt x="6830" y="3194"/>
                  </a:cubicBezTo>
                  <a:cubicBezTo>
                    <a:pt x="6830" y="3066"/>
                    <a:pt x="6726" y="2965"/>
                    <a:pt x="6598" y="2965"/>
                  </a:cubicBezTo>
                  <a:lnTo>
                    <a:pt x="4680" y="2965"/>
                  </a:lnTo>
                  <a:lnTo>
                    <a:pt x="4680" y="1804"/>
                  </a:lnTo>
                  <a:cubicBezTo>
                    <a:pt x="4680" y="1678"/>
                    <a:pt x="4782" y="1576"/>
                    <a:pt x="4906" y="1576"/>
                  </a:cubicBezTo>
                  <a:close/>
                  <a:moveTo>
                    <a:pt x="8514" y="8033"/>
                  </a:moveTo>
                  <a:lnTo>
                    <a:pt x="9174" y="9999"/>
                  </a:lnTo>
                  <a:lnTo>
                    <a:pt x="7059" y="9999"/>
                  </a:lnTo>
                  <a:lnTo>
                    <a:pt x="7718" y="8033"/>
                  </a:lnTo>
                  <a:close/>
                  <a:moveTo>
                    <a:pt x="8029" y="1"/>
                  </a:moveTo>
                  <a:cubicBezTo>
                    <a:pt x="7365" y="1"/>
                    <a:pt x="6813" y="482"/>
                    <a:pt x="6702" y="1113"/>
                  </a:cubicBezTo>
                  <a:lnTo>
                    <a:pt x="4904" y="1113"/>
                  </a:lnTo>
                  <a:cubicBezTo>
                    <a:pt x="4523" y="1113"/>
                    <a:pt x="4216" y="1421"/>
                    <a:pt x="4216" y="1804"/>
                  </a:cubicBezTo>
                  <a:lnTo>
                    <a:pt x="4216" y="2965"/>
                  </a:lnTo>
                  <a:lnTo>
                    <a:pt x="2927" y="2965"/>
                  </a:lnTo>
                  <a:cubicBezTo>
                    <a:pt x="3070" y="2768"/>
                    <a:pt x="3146" y="2522"/>
                    <a:pt x="3127" y="2259"/>
                  </a:cubicBezTo>
                  <a:cubicBezTo>
                    <a:pt x="3092" y="1717"/>
                    <a:pt x="2657" y="1280"/>
                    <a:pt x="2116" y="1241"/>
                  </a:cubicBezTo>
                  <a:cubicBezTo>
                    <a:pt x="2089" y="1239"/>
                    <a:pt x="2062" y="1238"/>
                    <a:pt x="2035" y="1238"/>
                  </a:cubicBezTo>
                  <a:cubicBezTo>
                    <a:pt x="1431" y="1238"/>
                    <a:pt x="939" y="1729"/>
                    <a:pt x="939" y="2333"/>
                  </a:cubicBezTo>
                  <a:cubicBezTo>
                    <a:pt x="939" y="2646"/>
                    <a:pt x="1070" y="2926"/>
                    <a:pt x="1278" y="3124"/>
                  </a:cubicBezTo>
                  <a:cubicBezTo>
                    <a:pt x="528" y="3433"/>
                    <a:pt x="0" y="4153"/>
                    <a:pt x="0" y="4994"/>
                  </a:cubicBezTo>
                  <a:lnTo>
                    <a:pt x="0" y="6739"/>
                  </a:lnTo>
                  <a:cubicBezTo>
                    <a:pt x="0" y="7261"/>
                    <a:pt x="406" y="7695"/>
                    <a:pt x="926" y="7750"/>
                  </a:cubicBezTo>
                  <a:lnTo>
                    <a:pt x="926" y="9999"/>
                  </a:lnTo>
                  <a:lnTo>
                    <a:pt x="358" y="9999"/>
                  </a:lnTo>
                  <a:cubicBezTo>
                    <a:pt x="241" y="9999"/>
                    <a:pt x="137" y="10083"/>
                    <a:pt x="121" y="10196"/>
                  </a:cubicBezTo>
                  <a:cubicBezTo>
                    <a:pt x="100" y="10340"/>
                    <a:pt x="211" y="10462"/>
                    <a:pt x="350" y="10462"/>
                  </a:cubicBezTo>
                  <a:lnTo>
                    <a:pt x="11349" y="10462"/>
                  </a:lnTo>
                  <a:cubicBezTo>
                    <a:pt x="11465" y="10462"/>
                    <a:pt x="11569" y="10379"/>
                    <a:pt x="11586" y="10266"/>
                  </a:cubicBezTo>
                  <a:cubicBezTo>
                    <a:pt x="11606" y="10122"/>
                    <a:pt x="11495" y="9999"/>
                    <a:pt x="11356" y="9999"/>
                  </a:cubicBezTo>
                  <a:lnTo>
                    <a:pt x="9660" y="9999"/>
                  </a:lnTo>
                  <a:lnTo>
                    <a:pt x="9001" y="8032"/>
                  </a:lnTo>
                  <a:lnTo>
                    <a:pt x="11162" y="8032"/>
                  </a:lnTo>
                  <a:cubicBezTo>
                    <a:pt x="11543" y="8032"/>
                    <a:pt x="11852" y="7724"/>
                    <a:pt x="11852" y="7343"/>
                  </a:cubicBezTo>
                  <a:lnTo>
                    <a:pt x="11852" y="1806"/>
                  </a:lnTo>
                  <a:cubicBezTo>
                    <a:pt x="11854" y="1424"/>
                    <a:pt x="11543" y="1113"/>
                    <a:pt x="11162" y="1113"/>
                  </a:cubicBezTo>
                  <a:lnTo>
                    <a:pt x="9355" y="1113"/>
                  </a:lnTo>
                  <a:cubicBezTo>
                    <a:pt x="9244" y="482"/>
                    <a:pt x="8692" y="1"/>
                    <a:pt x="80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65"/>
            <p:cNvSpPr/>
            <p:nvPr/>
          </p:nvSpPr>
          <p:spPr>
            <a:xfrm>
              <a:off x="4903188" y="3347875"/>
              <a:ext cx="120325" cy="66925"/>
            </a:xfrm>
            <a:custGeom>
              <a:avLst/>
              <a:gdLst/>
              <a:ahLst/>
              <a:cxnLst/>
              <a:rect l="l" t="t" r="r" b="b"/>
              <a:pathLst>
                <a:path w="4813" h="2677" extrusionOk="0">
                  <a:moveTo>
                    <a:pt x="4558" y="0"/>
                  </a:moveTo>
                  <a:cubicBezTo>
                    <a:pt x="4499" y="0"/>
                    <a:pt x="4439" y="23"/>
                    <a:pt x="4394" y="68"/>
                  </a:cubicBezTo>
                  <a:lnTo>
                    <a:pt x="3404" y="1059"/>
                  </a:lnTo>
                  <a:lnTo>
                    <a:pt x="3043" y="698"/>
                  </a:lnTo>
                  <a:cubicBezTo>
                    <a:pt x="2998" y="652"/>
                    <a:pt x="2939" y="630"/>
                    <a:pt x="2880" y="630"/>
                  </a:cubicBezTo>
                  <a:cubicBezTo>
                    <a:pt x="2821" y="630"/>
                    <a:pt x="2762" y="652"/>
                    <a:pt x="2717" y="698"/>
                  </a:cubicBezTo>
                  <a:lnTo>
                    <a:pt x="1439" y="1975"/>
                  </a:lnTo>
                  <a:lnTo>
                    <a:pt x="1084" y="1620"/>
                  </a:lnTo>
                  <a:cubicBezTo>
                    <a:pt x="1039" y="1575"/>
                    <a:pt x="982" y="1551"/>
                    <a:pt x="919" y="1551"/>
                  </a:cubicBezTo>
                  <a:cubicBezTo>
                    <a:pt x="856" y="1551"/>
                    <a:pt x="799" y="1577"/>
                    <a:pt x="754" y="1620"/>
                  </a:cubicBezTo>
                  <a:lnTo>
                    <a:pt x="90" y="2282"/>
                  </a:lnTo>
                  <a:cubicBezTo>
                    <a:pt x="1" y="2373"/>
                    <a:pt x="1" y="2519"/>
                    <a:pt x="90" y="2610"/>
                  </a:cubicBezTo>
                  <a:cubicBezTo>
                    <a:pt x="136" y="2656"/>
                    <a:pt x="195" y="2677"/>
                    <a:pt x="254" y="2677"/>
                  </a:cubicBezTo>
                  <a:cubicBezTo>
                    <a:pt x="316" y="2677"/>
                    <a:pt x="373" y="2653"/>
                    <a:pt x="419" y="2610"/>
                  </a:cubicBezTo>
                  <a:lnTo>
                    <a:pt x="919" y="2110"/>
                  </a:lnTo>
                  <a:lnTo>
                    <a:pt x="1275" y="2466"/>
                  </a:lnTo>
                  <a:cubicBezTo>
                    <a:pt x="1320" y="2511"/>
                    <a:pt x="1379" y="2534"/>
                    <a:pt x="1438" y="2534"/>
                  </a:cubicBezTo>
                  <a:cubicBezTo>
                    <a:pt x="1498" y="2534"/>
                    <a:pt x="1557" y="2511"/>
                    <a:pt x="1602" y="2466"/>
                  </a:cubicBezTo>
                  <a:lnTo>
                    <a:pt x="2880" y="1188"/>
                  </a:lnTo>
                  <a:lnTo>
                    <a:pt x="3241" y="1549"/>
                  </a:lnTo>
                  <a:cubicBezTo>
                    <a:pt x="3285" y="1595"/>
                    <a:pt x="3344" y="1617"/>
                    <a:pt x="3403" y="1617"/>
                  </a:cubicBezTo>
                  <a:cubicBezTo>
                    <a:pt x="3462" y="1617"/>
                    <a:pt x="3521" y="1595"/>
                    <a:pt x="3566" y="1549"/>
                  </a:cubicBezTo>
                  <a:lnTo>
                    <a:pt x="4722" y="394"/>
                  </a:lnTo>
                  <a:cubicBezTo>
                    <a:pt x="4812" y="307"/>
                    <a:pt x="4812" y="159"/>
                    <a:pt x="4722" y="68"/>
                  </a:cubicBezTo>
                  <a:cubicBezTo>
                    <a:pt x="4676" y="23"/>
                    <a:pt x="4617" y="0"/>
                    <a:pt x="4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7" name="Google Shape;1117;p65"/>
          <p:cNvGrpSpPr/>
          <p:nvPr/>
        </p:nvGrpSpPr>
        <p:grpSpPr>
          <a:xfrm>
            <a:off x="5069035" y="2617621"/>
            <a:ext cx="373483" cy="375353"/>
            <a:chOff x="1573713" y="3936950"/>
            <a:chExt cx="294475" cy="295950"/>
          </a:xfrm>
        </p:grpSpPr>
        <p:sp>
          <p:nvSpPr>
            <p:cNvPr id="1118" name="Google Shape;1118;p65"/>
            <p:cNvSpPr/>
            <p:nvPr/>
          </p:nvSpPr>
          <p:spPr>
            <a:xfrm>
              <a:off x="1573713" y="3936950"/>
              <a:ext cx="294475" cy="295950"/>
            </a:xfrm>
            <a:custGeom>
              <a:avLst/>
              <a:gdLst/>
              <a:ahLst/>
              <a:cxnLst/>
              <a:rect l="l" t="t" r="r" b="b"/>
              <a:pathLst>
                <a:path w="11779" h="11838" extrusionOk="0">
                  <a:moveTo>
                    <a:pt x="2485" y="465"/>
                  </a:moveTo>
                  <a:cubicBezTo>
                    <a:pt x="2505" y="465"/>
                    <a:pt x="2525" y="467"/>
                    <a:pt x="2546" y="470"/>
                  </a:cubicBezTo>
                  <a:cubicBezTo>
                    <a:pt x="2707" y="498"/>
                    <a:pt x="2820" y="644"/>
                    <a:pt x="2820" y="809"/>
                  </a:cubicBezTo>
                  <a:lnTo>
                    <a:pt x="2820" y="1563"/>
                  </a:lnTo>
                  <a:lnTo>
                    <a:pt x="2148" y="1563"/>
                  </a:lnTo>
                  <a:lnTo>
                    <a:pt x="2148" y="800"/>
                  </a:lnTo>
                  <a:cubicBezTo>
                    <a:pt x="2148" y="616"/>
                    <a:pt x="2299" y="465"/>
                    <a:pt x="2485" y="465"/>
                  </a:cubicBezTo>
                  <a:close/>
                  <a:moveTo>
                    <a:pt x="9523" y="2025"/>
                  </a:moveTo>
                  <a:lnTo>
                    <a:pt x="11095" y="3805"/>
                  </a:lnTo>
                  <a:cubicBezTo>
                    <a:pt x="11278" y="4012"/>
                    <a:pt x="11278" y="4321"/>
                    <a:pt x="11097" y="4527"/>
                  </a:cubicBezTo>
                  <a:lnTo>
                    <a:pt x="9525" y="6307"/>
                  </a:lnTo>
                  <a:lnTo>
                    <a:pt x="2148" y="6307"/>
                  </a:lnTo>
                  <a:lnTo>
                    <a:pt x="2148" y="2025"/>
                  </a:lnTo>
                  <a:close/>
                  <a:moveTo>
                    <a:pt x="3781" y="10519"/>
                  </a:moveTo>
                  <a:cubicBezTo>
                    <a:pt x="3812" y="10519"/>
                    <a:pt x="3838" y="10543"/>
                    <a:pt x="3838" y="10577"/>
                  </a:cubicBezTo>
                  <a:lnTo>
                    <a:pt x="3838" y="11374"/>
                  </a:lnTo>
                  <a:lnTo>
                    <a:pt x="1154" y="11374"/>
                  </a:lnTo>
                  <a:lnTo>
                    <a:pt x="1154" y="10577"/>
                  </a:lnTo>
                  <a:cubicBezTo>
                    <a:pt x="1154" y="10543"/>
                    <a:pt x="1179" y="10519"/>
                    <a:pt x="1211" y="10519"/>
                  </a:cubicBezTo>
                  <a:close/>
                  <a:moveTo>
                    <a:pt x="2482" y="1"/>
                  </a:moveTo>
                  <a:cubicBezTo>
                    <a:pt x="2042" y="1"/>
                    <a:pt x="1685" y="360"/>
                    <a:pt x="1685" y="800"/>
                  </a:cubicBezTo>
                  <a:lnTo>
                    <a:pt x="1685" y="1792"/>
                  </a:lnTo>
                  <a:lnTo>
                    <a:pt x="1685" y="6524"/>
                  </a:lnTo>
                  <a:lnTo>
                    <a:pt x="1685" y="10056"/>
                  </a:lnTo>
                  <a:lnTo>
                    <a:pt x="1189" y="10056"/>
                  </a:lnTo>
                  <a:cubicBezTo>
                    <a:pt x="902" y="10056"/>
                    <a:pt x="667" y="10290"/>
                    <a:pt x="667" y="10577"/>
                  </a:cubicBezTo>
                  <a:lnTo>
                    <a:pt x="667" y="11374"/>
                  </a:lnTo>
                  <a:lnTo>
                    <a:pt x="257" y="11374"/>
                  </a:lnTo>
                  <a:cubicBezTo>
                    <a:pt x="143" y="11374"/>
                    <a:pt x="37" y="11458"/>
                    <a:pt x="22" y="11571"/>
                  </a:cubicBezTo>
                  <a:cubicBezTo>
                    <a:pt x="0" y="11715"/>
                    <a:pt x="111" y="11837"/>
                    <a:pt x="250" y="11837"/>
                  </a:cubicBezTo>
                  <a:lnTo>
                    <a:pt x="4656" y="11837"/>
                  </a:lnTo>
                  <a:cubicBezTo>
                    <a:pt x="4773" y="11837"/>
                    <a:pt x="4877" y="11754"/>
                    <a:pt x="4893" y="11641"/>
                  </a:cubicBezTo>
                  <a:cubicBezTo>
                    <a:pt x="4914" y="11497"/>
                    <a:pt x="4802" y="11374"/>
                    <a:pt x="4664" y="11374"/>
                  </a:cubicBezTo>
                  <a:lnTo>
                    <a:pt x="4301" y="11374"/>
                  </a:lnTo>
                  <a:lnTo>
                    <a:pt x="4301" y="10577"/>
                  </a:lnTo>
                  <a:cubicBezTo>
                    <a:pt x="4301" y="10290"/>
                    <a:pt x="4066" y="10056"/>
                    <a:pt x="3779" y="10056"/>
                  </a:cubicBezTo>
                  <a:lnTo>
                    <a:pt x="3283" y="10056"/>
                  </a:lnTo>
                  <a:lnTo>
                    <a:pt x="3283" y="8412"/>
                  </a:lnTo>
                  <a:cubicBezTo>
                    <a:pt x="3283" y="8298"/>
                    <a:pt x="3199" y="8192"/>
                    <a:pt x="3084" y="8177"/>
                  </a:cubicBezTo>
                  <a:cubicBezTo>
                    <a:pt x="3072" y="8175"/>
                    <a:pt x="3060" y="8174"/>
                    <a:pt x="3048" y="8174"/>
                  </a:cubicBezTo>
                  <a:cubicBezTo>
                    <a:pt x="2922" y="8174"/>
                    <a:pt x="2820" y="8278"/>
                    <a:pt x="2820" y="8405"/>
                  </a:cubicBezTo>
                  <a:lnTo>
                    <a:pt x="2820" y="10056"/>
                  </a:lnTo>
                  <a:lnTo>
                    <a:pt x="2148" y="10056"/>
                  </a:lnTo>
                  <a:lnTo>
                    <a:pt x="2148" y="6770"/>
                  </a:lnTo>
                  <a:lnTo>
                    <a:pt x="9629" y="6770"/>
                  </a:lnTo>
                  <a:cubicBezTo>
                    <a:pt x="9697" y="6770"/>
                    <a:pt x="9758" y="6743"/>
                    <a:pt x="9803" y="6691"/>
                  </a:cubicBezTo>
                  <a:lnTo>
                    <a:pt x="11445" y="4832"/>
                  </a:lnTo>
                  <a:cubicBezTo>
                    <a:pt x="11778" y="4452"/>
                    <a:pt x="11778" y="3879"/>
                    <a:pt x="11441" y="3499"/>
                  </a:cubicBezTo>
                  <a:lnTo>
                    <a:pt x="9801" y="1640"/>
                  </a:lnTo>
                  <a:cubicBezTo>
                    <a:pt x="9757" y="1590"/>
                    <a:pt x="9695" y="1563"/>
                    <a:pt x="9627" y="1563"/>
                  </a:cubicBezTo>
                  <a:lnTo>
                    <a:pt x="3283" y="1563"/>
                  </a:lnTo>
                  <a:lnTo>
                    <a:pt x="3283" y="811"/>
                  </a:lnTo>
                  <a:cubicBezTo>
                    <a:pt x="3283" y="415"/>
                    <a:pt x="2962" y="45"/>
                    <a:pt x="2570" y="6"/>
                  </a:cubicBezTo>
                  <a:cubicBezTo>
                    <a:pt x="2540" y="2"/>
                    <a:pt x="2511" y="1"/>
                    <a:pt x="24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65"/>
            <p:cNvSpPr/>
            <p:nvPr/>
          </p:nvSpPr>
          <p:spPr>
            <a:xfrm>
              <a:off x="1644188" y="4003500"/>
              <a:ext cx="11600" cy="76900"/>
            </a:xfrm>
            <a:custGeom>
              <a:avLst/>
              <a:gdLst/>
              <a:ahLst/>
              <a:cxnLst/>
              <a:rect l="l" t="t" r="r" b="b"/>
              <a:pathLst>
                <a:path w="464" h="3076" extrusionOk="0">
                  <a:moveTo>
                    <a:pt x="232" y="0"/>
                  </a:moveTo>
                  <a:cubicBezTo>
                    <a:pt x="104" y="0"/>
                    <a:pt x="1" y="104"/>
                    <a:pt x="1" y="232"/>
                  </a:cubicBezTo>
                  <a:lnTo>
                    <a:pt x="1" y="2844"/>
                  </a:lnTo>
                  <a:cubicBezTo>
                    <a:pt x="1" y="2972"/>
                    <a:pt x="104" y="3075"/>
                    <a:pt x="232" y="3075"/>
                  </a:cubicBezTo>
                  <a:cubicBezTo>
                    <a:pt x="360" y="3075"/>
                    <a:pt x="464" y="2972"/>
                    <a:pt x="464" y="2844"/>
                  </a:cubicBezTo>
                  <a:lnTo>
                    <a:pt x="464" y="232"/>
                  </a:lnTo>
                  <a:cubicBezTo>
                    <a:pt x="464" y="104"/>
                    <a:pt x="360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65"/>
            <p:cNvSpPr/>
            <p:nvPr/>
          </p:nvSpPr>
          <p:spPr>
            <a:xfrm>
              <a:off x="1758738" y="4013025"/>
              <a:ext cx="40525" cy="59550"/>
            </a:xfrm>
            <a:custGeom>
              <a:avLst/>
              <a:gdLst/>
              <a:ahLst/>
              <a:cxnLst/>
              <a:rect l="l" t="t" r="r" b="b"/>
              <a:pathLst>
                <a:path w="1621" h="2382" extrusionOk="0">
                  <a:moveTo>
                    <a:pt x="1158" y="463"/>
                  </a:moveTo>
                  <a:lnTo>
                    <a:pt x="1158" y="1922"/>
                  </a:lnTo>
                  <a:lnTo>
                    <a:pt x="464" y="1922"/>
                  </a:lnTo>
                  <a:lnTo>
                    <a:pt x="464" y="463"/>
                  </a:lnTo>
                  <a:close/>
                  <a:moveTo>
                    <a:pt x="436" y="1"/>
                  </a:moveTo>
                  <a:cubicBezTo>
                    <a:pt x="195" y="1"/>
                    <a:pt x="1" y="195"/>
                    <a:pt x="1" y="436"/>
                  </a:cubicBezTo>
                  <a:lnTo>
                    <a:pt x="1" y="1946"/>
                  </a:lnTo>
                  <a:cubicBezTo>
                    <a:pt x="1" y="2187"/>
                    <a:pt x="195" y="2381"/>
                    <a:pt x="436" y="2381"/>
                  </a:cubicBezTo>
                  <a:lnTo>
                    <a:pt x="1184" y="2381"/>
                  </a:lnTo>
                  <a:cubicBezTo>
                    <a:pt x="1424" y="2381"/>
                    <a:pt x="1617" y="2187"/>
                    <a:pt x="1617" y="1946"/>
                  </a:cubicBezTo>
                  <a:lnTo>
                    <a:pt x="1617" y="436"/>
                  </a:lnTo>
                  <a:cubicBezTo>
                    <a:pt x="1621" y="195"/>
                    <a:pt x="1424" y="1"/>
                    <a:pt x="1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65"/>
            <p:cNvSpPr/>
            <p:nvPr/>
          </p:nvSpPr>
          <p:spPr>
            <a:xfrm>
              <a:off x="1708388" y="4013025"/>
              <a:ext cx="40525" cy="58075"/>
            </a:xfrm>
            <a:custGeom>
              <a:avLst/>
              <a:gdLst/>
              <a:ahLst/>
              <a:cxnLst/>
              <a:rect l="l" t="t" r="r" b="b"/>
              <a:pathLst>
                <a:path w="1621" h="2323" extrusionOk="0">
                  <a:moveTo>
                    <a:pt x="1158" y="463"/>
                  </a:moveTo>
                  <a:lnTo>
                    <a:pt x="1158" y="1158"/>
                  </a:lnTo>
                  <a:lnTo>
                    <a:pt x="463" y="1158"/>
                  </a:lnTo>
                  <a:lnTo>
                    <a:pt x="463" y="660"/>
                  </a:lnTo>
                  <a:lnTo>
                    <a:pt x="463" y="463"/>
                  </a:lnTo>
                  <a:close/>
                  <a:moveTo>
                    <a:pt x="436" y="1"/>
                  </a:moveTo>
                  <a:cubicBezTo>
                    <a:pt x="195" y="1"/>
                    <a:pt x="0" y="195"/>
                    <a:pt x="0" y="436"/>
                  </a:cubicBezTo>
                  <a:lnTo>
                    <a:pt x="0" y="660"/>
                  </a:lnTo>
                  <a:lnTo>
                    <a:pt x="0" y="1387"/>
                  </a:lnTo>
                  <a:lnTo>
                    <a:pt x="0" y="2083"/>
                  </a:lnTo>
                  <a:cubicBezTo>
                    <a:pt x="0" y="2200"/>
                    <a:pt x="84" y="2304"/>
                    <a:pt x="199" y="2320"/>
                  </a:cubicBezTo>
                  <a:cubicBezTo>
                    <a:pt x="210" y="2322"/>
                    <a:pt x="221" y="2323"/>
                    <a:pt x="232" y="2323"/>
                  </a:cubicBezTo>
                  <a:cubicBezTo>
                    <a:pt x="360" y="2323"/>
                    <a:pt x="463" y="2218"/>
                    <a:pt x="463" y="2091"/>
                  </a:cubicBezTo>
                  <a:lnTo>
                    <a:pt x="463" y="1621"/>
                  </a:lnTo>
                  <a:lnTo>
                    <a:pt x="1185" y="1621"/>
                  </a:lnTo>
                  <a:cubicBezTo>
                    <a:pt x="1426" y="1621"/>
                    <a:pt x="1620" y="1426"/>
                    <a:pt x="1620" y="1185"/>
                  </a:cubicBezTo>
                  <a:lnTo>
                    <a:pt x="1620" y="438"/>
                  </a:lnTo>
                  <a:cubicBezTo>
                    <a:pt x="1620" y="197"/>
                    <a:pt x="1424" y="1"/>
                    <a:pt x="1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65"/>
            <p:cNvSpPr/>
            <p:nvPr/>
          </p:nvSpPr>
          <p:spPr>
            <a:xfrm>
              <a:off x="1684688" y="4013025"/>
              <a:ext cx="11600" cy="59600"/>
            </a:xfrm>
            <a:custGeom>
              <a:avLst/>
              <a:gdLst/>
              <a:ahLst/>
              <a:cxnLst/>
              <a:rect l="l" t="t" r="r" b="b"/>
              <a:pathLst>
                <a:path w="464" h="2384" extrusionOk="0">
                  <a:moveTo>
                    <a:pt x="231" y="0"/>
                  </a:moveTo>
                  <a:cubicBezTo>
                    <a:pt x="220" y="0"/>
                    <a:pt x="208" y="1"/>
                    <a:pt x="197" y="2"/>
                  </a:cubicBezTo>
                  <a:cubicBezTo>
                    <a:pt x="82" y="19"/>
                    <a:pt x="1" y="123"/>
                    <a:pt x="1" y="239"/>
                  </a:cubicBezTo>
                  <a:lnTo>
                    <a:pt x="1" y="2146"/>
                  </a:lnTo>
                  <a:cubicBezTo>
                    <a:pt x="1" y="2261"/>
                    <a:pt x="84" y="2367"/>
                    <a:pt x="197" y="2381"/>
                  </a:cubicBezTo>
                  <a:cubicBezTo>
                    <a:pt x="209" y="2383"/>
                    <a:pt x="220" y="2384"/>
                    <a:pt x="231" y="2384"/>
                  </a:cubicBezTo>
                  <a:cubicBezTo>
                    <a:pt x="360" y="2384"/>
                    <a:pt x="463" y="2281"/>
                    <a:pt x="463" y="2154"/>
                  </a:cubicBezTo>
                  <a:lnTo>
                    <a:pt x="463" y="232"/>
                  </a:lnTo>
                  <a:cubicBezTo>
                    <a:pt x="463" y="104"/>
                    <a:pt x="360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65"/>
            <p:cNvSpPr/>
            <p:nvPr/>
          </p:nvSpPr>
          <p:spPr>
            <a:xfrm>
              <a:off x="1643463" y="4116925"/>
              <a:ext cx="11575" cy="11600"/>
            </a:xfrm>
            <a:custGeom>
              <a:avLst/>
              <a:gdLst/>
              <a:ahLst/>
              <a:cxnLst/>
              <a:rect l="l" t="t" r="r" b="b"/>
              <a:pathLst>
                <a:path w="463" h="464" extrusionOk="0">
                  <a:moveTo>
                    <a:pt x="232" y="1"/>
                  </a:moveTo>
                  <a:cubicBezTo>
                    <a:pt x="102" y="1"/>
                    <a:pt x="0" y="104"/>
                    <a:pt x="0" y="232"/>
                  </a:cubicBezTo>
                  <a:cubicBezTo>
                    <a:pt x="0" y="360"/>
                    <a:pt x="102" y="464"/>
                    <a:pt x="232" y="464"/>
                  </a:cubicBezTo>
                  <a:cubicBezTo>
                    <a:pt x="359" y="464"/>
                    <a:pt x="463" y="360"/>
                    <a:pt x="463" y="232"/>
                  </a:cubicBezTo>
                  <a:cubicBezTo>
                    <a:pt x="463" y="104"/>
                    <a:pt x="359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4" name="Google Shape;1124;p65"/>
          <p:cNvGrpSpPr/>
          <p:nvPr/>
        </p:nvGrpSpPr>
        <p:grpSpPr>
          <a:xfrm>
            <a:off x="3705040" y="1502544"/>
            <a:ext cx="368441" cy="375734"/>
            <a:chOff x="2256563" y="3948825"/>
            <a:chExt cx="290500" cy="296250"/>
          </a:xfrm>
        </p:grpSpPr>
        <p:sp>
          <p:nvSpPr>
            <p:cNvPr id="1125" name="Google Shape;1125;p65"/>
            <p:cNvSpPr/>
            <p:nvPr/>
          </p:nvSpPr>
          <p:spPr>
            <a:xfrm>
              <a:off x="2256563" y="3948825"/>
              <a:ext cx="250600" cy="296250"/>
            </a:xfrm>
            <a:custGeom>
              <a:avLst/>
              <a:gdLst/>
              <a:ahLst/>
              <a:cxnLst/>
              <a:rect l="l" t="t" r="r" b="b"/>
              <a:pathLst>
                <a:path w="10024" h="11850" extrusionOk="0">
                  <a:moveTo>
                    <a:pt x="8813" y="464"/>
                  </a:moveTo>
                  <a:cubicBezTo>
                    <a:pt x="9222" y="475"/>
                    <a:pt x="9555" y="827"/>
                    <a:pt x="9555" y="1251"/>
                  </a:cubicBezTo>
                  <a:lnTo>
                    <a:pt x="9555" y="3178"/>
                  </a:lnTo>
                  <a:cubicBezTo>
                    <a:pt x="9555" y="3237"/>
                    <a:pt x="9507" y="3287"/>
                    <a:pt x="9448" y="3287"/>
                  </a:cubicBezTo>
                  <a:lnTo>
                    <a:pt x="8028" y="3287"/>
                  </a:lnTo>
                  <a:lnTo>
                    <a:pt x="8028" y="1243"/>
                  </a:lnTo>
                  <a:cubicBezTo>
                    <a:pt x="8028" y="1049"/>
                    <a:pt x="8096" y="862"/>
                    <a:pt x="8226" y="717"/>
                  </a:cubicBezTo>
                  <a:cubicBezTo>
                    <a:pt x="8374" y="556"/>
                    <a:pt x="8574" y="466"/>
                    <a:pt x="8790" y="464"/>
                  </a:cubicBezTo>
                  <a:close/>
                  <a:moveTo>
                    <a:pt x="7830" y="464"/>
                  </a:moveTo>
                  <a:cubicBezTo>
                    <a:pt x="7663" y="678"/>
                    <a:pt x="7567" y="941"/>
                    <a:pt x="7565" y="1219"/>
                  </a:cubicBezTo>
                  <a:lnTo>
                    <a:pt x="7565" y="1225"/>
                  </a:lnTo>
                  <a:lnTo>
                    <a:pt x="7565" y="10981"/>
                  </a:lnTo>
                  <a:cubicBezTo>
                    <a:pt x="7565" y="11203"/>
                    <a:pt x="7385" y="11386"/>
                    <a:pt x="7161" y="11386"/>
                  </a:cubicBezTo>
                  <a:lnTo>
                    <a:pt x="863" y="11386"/>
                  </a:lnTo>
                  <a:cubicBezTo>
                    <a:pt x="641" y="11386"/>
                    <a:pt x="460" y="11205"/>
                    <a:pt x="460" y="10981"/>
                  </a:cubicBezTo>
                  <a:lnTo>
                    <a:pt x="460" y="1228"/>
                  </a:lnTo>
                  <a:cubicBezTo>
                    <a:pt x="460" y="806"/>
                    <a:pt x="802" y="464"/>
                    <a:pt x="1224" y="464"/>
                  </a:cubicBezTo>
                  <a:close/>
                  <a:moveTo>
                    <a:pt x="1230" y="1"/>
                  </a:moveTo>
                  <a:cubicBezTo>
                    <a:pt x="554" y="1"/>
                    <a:pt x="6" y="547"/>
                    <a:pt x="0" y="1219"/>
                  </a:cubicBezTo>
                  <a:lnTo>
                    <a:pt x="0" y="1225"/>
                  </a:lnTo>
                  <a:lnTo>
                    <a:pt x="0" y="10981"/>
                  </a:lnTo>
                  <a:cubicBezTo>
                    <a:pt x="0" y="11460"/>
                    <a:pt x="389" y="11849"/>
                    <a:pt x="869" y="11849"/>
                  </a:cubicBezTo>
                  <a:lnTo>
                    <a:pt x="7165" y="11849"/>
                  </a:lnTo>
                  <a:cubicBezTo>
                    <a:pt x="7644" y="11849"/>
                    <a:pt x="8033" y="11460"/>
                    <a:pt x="8033" y="10981"/>
                  </a:cubicBezTo>
                  <a:lnTo>
                    <a:pt x="8033" y="3750"/>
                  </a:lnTo>
                  <a:lnTo>
                    <a:pt x="9450" y="3750"/>
                  </a:lnTo>
                  <a:cubicBezTo>
                    <a:pt x="9766" y="3750"/>
                    <a:pt x="10023" y="3492"/>
                    <a:pt x="10023" y="3176"/>
                  </a:cubicBezTo>
                  <a:lnTo>
                    <a:pt x="10023" y="1251"/>
                  </a:lnTo>
                  <a:cubicBezTo>
                    <a:pt x="10018" y="578"/>
                    <a:pt x="9485" y="19"/>
                    <a:pt x="8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65"/>
            <p:cNvSpPr/>
            <p:nvPr/>
          </p:nvSpPr>
          <p:spPr>
            <a:xfrm>
              <a:off x="2287388" y="3982475"/>
              <a:ext cx="91575" cy="91575"/>
            </a:xfrm>
            <a:custGeom>
              <a:avLst/>
              <a:gdLst/>
              <a:ahLst/>
              <a:cxnLst/>
              <a:rect l="l" t="t" r="r" b="b"/>
              <a:pathLst>
                <a:path w="3663" h="3663" extrusionOk="0">
                  <a:moveTo>
                    <a:pt x="1831" y="462"/>
                  </a:moveTo>
                  <a:cubicBezTo>
                    <a:pt x="2585" y="462"/>
                    <a:pt x="3199" y="1075"/>
                    <a:pt x="3199" y="1830"/>
                  </a:cubicBezTo>
                  <a:cubicBezTo>
                    <a:pt x="3198" y="2583"/>
                    <a:pt x="2585" y="3196"/>
                    <a:pt x="1831" y="3196"/>
                  </a:cubicBezTo>
                  <a:cubicBezTo>
                    <a:pt x="1078" y="3196"/>
                    <a:pt x="463" y="2583"/>
                    <a:pt x="463" y="1830"/>
                  </a:cubicBezTo>
                  <a:cubicBezTo>
                    <a:pt x="463" y="1075"/>
                    <a:pt x="1078" y="462"/>
                    <a:pt x="1831" y="462"/>
                  </a:cubicBezTo>
                  <a:close/>
                  <a:moveTo>
                    <a:pt x="1831" y="1"/>
                  </a:moveTo>
                  <a:cubicBezTo>
                    <a:pt x="822" y="1"/>
                    <a:pt x="0" y="823"/>
                    <a:pt x="0" y="1832"/>
                  </a:cubicBezTo>
                  <a:cubicBezTo>
                    <a:pt x="0" y="2841"/>
                    <a:pt x="822" y="3663"/>
                    <a:pt x="1831" y="3663"/>
                  </a:cubicBezTo>
                  <a:cubicBezTo>
                    <a:pt x="2840" y="3663"/>
                    <a:pt x="3662" y="2841"/>
                    <a:pt x="3662" y="1832"/>
                  </a:cubicBezTo>
                  <a:cubicBezTo>
                    <a:pt x="3660" y="821"/>
                    <a:pt x="2840" y="1"/>
                    <a:pt x="18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65"/>
            <p:cNvSpPr/>
            <p:nvPr/>
          </p:nvSpPr>
          <p:spPr>
            <a:xfrm>
              <a:off x="2313538" y="4008575"/>
              <a:ext cx="25425" cy="39225"/>
            </a:xfrm>
            <a:custGeom>
              <a:avLst/>
              <a:gdLst/>
              <a:ahLst/>
              <a:cxnLst/>
              <a:rect l="l" t="t" r="r" b="b"/>
              <a:pathLst>
                <a:path w="1017" h="1569" extrusionOk="0">
                  <a:moveTo>
                    <a:pt x="785" y="1"/>
                  </a:moveTo>
                  <a:cubicBezTo>
                    <a:pt x="352" y="1"/>
                    <a:pt x="0" y="353"/>
                    <a:pt x="0" y="786"/>
                  </a:cubicBezTo>
                  <a:cubicBezTo>
                    <a:pt x="0" y="1217"/>
                    <a:pt x="352" y="1569"/>
                    <a:pt x="785" y="1569"/>
                  </a:cubicBezTo>
                  <a:cubicBezTo>
                    <a:pt x="913" y="1569"/>
                    <a:pt x="1017" y="1465"/>
                    <a:pt x="1017" y="1338"/>
                  </a:cubicBezTo>
                  <a:cubicBezTo>
                    <a:pt x="1017" y="1212"/>
                    <a:pt x="913" y="1106"/>
                    <a:pt x="785" y="1106"/>
                  </a:cubicBezTo>
                  <a:cubicBezTo>
                    <a:pt x="608" y="1106"/>
                    <a:pt x="463" y="964"/>
                    <a:pt x="463" y="786"/>
                  </a:cubicBezTo>
                  <a:cubicBezTo>
                    <a:pt x="463" y="606"/>
                    <a:pt x="608" y="464"/>
                    <a:pt x="785" y="464"/>
                  </a:cubicBezTo>
                  <a:cubicBezTo>
                    <a:pt x="913" y="464"/>
                    <a:pt x="1017" y="360"/>
                    <a:pt x="1017" y="232"/>
                  </a:cubicBezTo>
                  <a:cubicBezTo>
                    <a:pt x="1017" y="105"/>
                    <a:pt x="913" y="1"/>
                    <a:pt x="7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65"/>
            <p:cNvSpPr/>
            <p:nvPr/>
          </p:nvSpPr>
          <p:spPr>
            <a:xfrm>
              <a:off x="2286913" y="4096325"/>
              <a:ext cx="135125" cy="11600"/>
            </a:xfrm>
            <a:custGeom>
              <a:avLst/>
              <a:gdLst/>
              <a:ahLst/>
              <a:cxnLst/>
              <a:rect l="l" t="t" r="r" b="b"/>
              <a:pathLst>
                <a:path w="5405" h="464" extrusionOk="0">
                  <a:moveTo>
                    <a:pt x="258" y="1"/>
                  </a:moveTo>
                  <a:cubicBezTo>
                    <a:pt x="143" y="1"/>
                    <a:pt x="38" y="84"/>
                    <a:pt x="23" y="197"/>
                  </a:cubicBezTo>
                  <a:cubicBezTo>
                    <a:pt x="1" y="342"/>
                    <a:pt x="112" y="464"/>
                    <a:pt x="251" y="464"/>
                  </a:cubicBezTo>
                  <a:lnTo>
                    <a:pt x="5148" y="464"/>
                  </a:lnTo>
                  <a:cubicBezTo>
                    <a:pt x="5264" y="464"/>
                    <a:pt x="5368" y="380"/>
                    <a:pt x="5384" y="268"/>
                  </a:cubicBezTo>
                  <a:cubicBezTo>
                    <a:pt x="5405" y="123"/>
                    <a:pt x="5294" y="1"/>
                    <a:pt x="5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65"/>
            <p:cNvSpPr/>
            <p:nvPr/>
          </p:nvSpPr>
          <p:spPr>
            <a:xfrm>
              <a:off x="2286913" y="4121225"/>
              <a:ext cx="135125" cy="11600"/>
            </a:xfrm>
            <a:custGeom>
              <a:avLst/>
              <a:gdLst/>
              <a:ahLst/>
              <a:cxnLst/>
              <a:rect l="l" t="t" r="r" b="b"/>
              <a:pathLst>
                <a:path w="5405" h="464" extrusionOk="0">
                  <a:moveTo>
                    <a:pt x="258" y="1"/>
                  </a:moveTo>
                  <a:cubicBezTo>
                    <a:pt x="143" y="1"/>
                    <a:pt x="38" y="84"/>
                    <a:pt x="23" y="197"/>
                  </a:cubicBezTo>
                  <a:cubicBezTo>
                    <a:pt x="1" y="340"/>
                    <a:pt x="112" y="464"/>
                    <a:pt x="251" y="464"/>
                  </a:cubicBezTo>
                  <a:lnTo>
                    <a:pt x="5148" y="464"/>
                  </a:lnTo>
                  <a:cubicBezTo>
                    <a:pt x="5264" y="464"/>
                    <a:pt x="5368" y="380"/>
                    <a:pt x="5384" y="266"/>
                  </a:cubicBezTo>
                  <a:cubicBezTo>
                    <a:pt x="5405" y="123"/>
                    <a:pt x="5294" y="1"/>
                    <a:pt x="51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65"/>
            <p:cNvSpPr/>
            <p:nvPr/>
          </p:nvSpPr>
          <p:spPr>
            <a:xfrm>
              <a:off x="2286913" y="4146700"/>
              <a:ext cx="76175" cy="11600"/>
            </a:xfrm>
            <a:custGeom>
              <a:avLst/>
              <a:gdLst/>
              <a:ahLst/>
              <a:cxnLst/>
              <a:rect l="l" t="t" r="r" b="b"/>
              <a:pathLst>
                <a:path w="3047" h="464" extrusionOk="0">
                  <a:moveTo>
                    <a:pt x="258" y="0"/>
                  </a:moveTo>
                  <a:cubicBezTo>
                    <a:pt x="143" y="0"/>
                    <a:pt x="38" y="84"/>
                    <a:pt x="23" y="196"/>
                  </a:cubicBezTo>
                  <a:cubicBezTo>
                    <a:pt x="1" y="339"/>
                    <a:pt x="112" y="463"/>
                    <a:pt x="251" y="463"/>
                  </a:cubicBezTo>
                  <a:lnTo>
                    <a:pt x="2791" y="463"/>
                  </a:lnTo>
                  <a:cubicBezTo>
                    <a:pt x="2906" y="463"/>
                    <a:pt x="3009" y="380"/>
                    <a:pt x="3026" y="265"/>
                  </a:cubicBezTo>
                  <a:cubicBezTo>
                    <a:pt x="3046" y="122"/>
                    <a:pt x="2935" y="0"/>
                    <a:pt x="27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65"/>
            <p:cNvSpPr/>
            <p:nvPr/>
          </p:nvSpPr>
          <p:spPr>
            <a:xfrm>
              <a:off x="2472938" y="4064500"/>
              <a:ext cx="74125" cy="180525"/>
            </a:xfrm>
            <a:custGeom>
              <a:avLst/>
              <a:gdLst/>
              <a:ahLst/>
              <a:cxnLst/>
              <a:rect l="l" t="t" r="r" b="b"/>
              <a:pathLst>
                <a:path w="2965" h="7221" extrusionOk="0">
                  <a:moveTo>
                    <a:pt x="1687" y="1207"/>
                  </a:moveTo>
                  <a:lnTo>
                    <a:pt x="2214" y="2263"/>
                  </a:lnTo>
                  <a:lnTo>
                    <a:pt x="1916" y="2848"/>
                  </a:lnTo>
                  <a:lnTo>
                    <a:pt x="994" y="2848"/>
                  </a:lnTo>
                  <a:lnTo>
                    <a:pt x="698" y="2279"/>
                  </a:lnTo>
                  <a:lnTo>
                    <a:pt x="1224" y="1215"/>
                  </a:lnTo>
                  <a:lnTo>
                    <a:pt x="1224" y="2174"/>
                  </a:lnTo>
                  <a:cubicBezTo>
                    <a:pt x="1224" y="2290"/>
                    <a:pt x="1307" y="2394"/>
                    <a:pt x="1422" y="2411"/>
                  </a:cubicBezTo>
                  <a:cubicBezTo>
                    <a:pt x="1434" y="2412"/>
                    <a:pt x="1445" y="2413"/>
                    <a:pt x="1456" y="2413"/>
                  </a:cubicBezTo>
                  <a:cubicBezTo>
                    <a:pt x="1583" y="2413"/>
                    <a:pt x="1687" y="2309"/>
                    <a:pt x="1687" y="2181"/>
                  </a:cubicBezTo>
                  <a:lnTo>
                    <a:pt x="1687" y="1207"/>
                  </a:lnTo>
                  <a:close/>
                  <a:moveTo>
                    <a:pt x="1850" y="3310"/>
                  </a:moveTo>
                  <a:lnTo>
                    <a:pt x="1850" y="3820"/>
                  </a:lnTo>
                  <a:lnTo>
                    <a:pt x="1109" y="3820"/>
                  </a:lnTo>
                  <a:lnTo>
                    <a:pt x="1109" y="3310"/>
                  </a:lnTo>
                  <a:close/>
                  <a:moveTo>
                    <a:pt x="2126" y="4282"/>
                  </a:moveTo>
                  <a:cubicBezTo>
                    <a:pt x="2322" y="4282"/>
                    <a:pt x="2483" y="4440"/>
                    <a:pt x="2490" y="4636"/>
                  </a:cubicBezTo>
                  <a:lnTo>
                    <a:pt x="2277" y="6759"/>
                  </a:lnTo>
                  <a:lnTo>
                    <a:pt x="658" y="6759"/>
                  </a:lnTo>
                  <a:lnTo>
                    <a:pt x="446" y="4636"/>
                  </a:lnTo>
                  <a:cubicBezTo>
                    <a:pt x="452" y="4440"/>
                    <a:pt x="613" y="4282"/>
                    <a:pt x="813" y="4282"/>
                  </a:cubicBezTo>
                  <a:close/>
                  <a:moveTo>
                    <a:pt x="1480" y="0"/>
                  </a:moveTo>
                  <a:cubicBezTo>
                    <a:pt x="1391" y="0"/>
                    <a:pt x="1309" y="52"/>
                    <a:pt x="1272" y="132"/>
                  </a:cubicBezTo>
                  <a:lnTo>
                    <a:pt x="254" y="2189"/>
                  </a:lnTo>
                  <a:cubicBezTo>
                    <a:pt x="222" y="2255"/>
                    <a:pt x="222" y="2331"/>
                    <a:pt x="258" y="2400"/>
                  </a:cubicBezTo>
                  <a:lnTo>
                    <a:pt x="648" y="3146"/>
                  </a:lnTo>
                  <a:lnTo>
                    <a:pt x="648" y="3840"/>
                  </a:lnTo>
                  <a:cubicBezTo>
                    <a:pt x="278" y="3921"/>
                    <a:pt x="0" y="4253"/>
                    <a:pt x="0" y="4647"/>
                  </a:cubicBezTo>
                  <a:lnTo>
                    <a:pt x="0" y="4671"/>
                  </a:lnTo>
                  <a:lnTo>
                    <a:pt x="234" y="7013"/>
                  </a:lnTo>
                  <a:cubicBezTo>
                    <a:pt x="245" y="7131"/>
                    <a:pt x="345" y="7220"/>
                    <a:pt x="465" y="7220"/>
                  </a:cubicBezTo>
                  <a:lnTo>
                    <a:pt x="2501" y="7220"/>
                  </a:lnTo>
                  <a:cubicBezTo>
                    <a:pt x="2620" y="7220"/>
                    <a:pt x="2720" y="7131"/>
                    <a:pt x="2731" y="7013"/>
                  </a:cubicBezTo>
                  <a:lnTo>
                    <a:pt x="2964" y="4671"/>
                  </a:lnTo>
                  <a:lnTo>
                    <a:pt x="2964" y="4651"/>
                  </a:lnTo>
                  <a:cubicBezTo>
                    <a:pt x="2962" y="4255"/>
                    <a:pt x="2685" y="3921"/>
                    <a:pt x="2313" y="3840"/>
                  </a:cubicBezTo>
                  <a:lnTo>
                    <a:pt x="2313" y="3144"/>
                  </a:lnTo>
                  <a:lnTo>
                    <a:pt x="2703" y="2377"/>
                  </a:lnTo>
                  <a:cubicBezTo>
                    <a:pt x="2737" y="2313"/>
                    <a:pt x="2738" y="2235"/>
                    <a:pt x="2703" y="2170"/>
                  </a:cubicBezTo>
                  <a:lnTo>
                    <a:pt x="1685" y="128"/>
                  </a:lnTo>
                  <a:cubicBezTo>
                    <a:pt x="1646" y="50"/>
                    <a:pt x="1565" y="0"/>
                    <a:pt x="1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65"/>
            <p:cNvSpPr/>
            <p:nvPr/>
          </p:nvSpPr>
          <p:spPr>
            <a:xfrm>
              <a:off x="2287988" y="4196000"/>
              <a:ext cx="71475" cy="18100"/>
            </a:xfrm>
            <a:custGeom>
              <a:avLst/>
              <a:gdLst/>
              <a:ahLst/>
              <a:cxnLst/>
              <a:rect l="l" t="t" r="r" b="b"/>
              <a:pathLst>
                <a:path w="2859" h="724" extrusionOk="0">
                  <a:moveTo>
                    <a:pt x="803" y="0"/>
                  </a:moveTo>
                  <a:cubicBezTo>
                    <a:pt x="751" y="0"/>
                    <a:pt x="698" y="8"/>
                    <a:pt x="647" y="24"/>
                  </a:cubicBezTo>
                  <a:lnTo>
                    <a:pt x="189" y="166"/>
                  </a:lnTo>
                  <a:cubicBezTo>
                    <a:pt x="67" y="203"/>
                    <a:pt x="0" y="333"/>
                    <a:pt x="37" y="455"/>
                  </a:cubicBezTo>
                  <a:cubicBezTo>
                    <a:pt x="68" y="555"/>
                    <a:pt x="159" y="617"/>
                    <a:pt x="258" y="617"/>
                  </a:cubicBezTo>
                  <a:cubicBezTo>
                    <a:pt x="280" y="617"/>
                    <a:pt x="303" y="614"/>
                    <a:pt x="326" y="607"/>
                  </a:cubicBezTo>
                  <a:lnTo>
                    <a:pt x="782" y="466"/>
                  </a:lnTo>
                  <a:cubicBezTo>
                    <a:pt x="789" y="464"/>
                    <a:pt x="796" y="463"/>
                    <a:pt x="803" y="463"/>
                  </a:cubicBezTo>
                  <a:cubicBezTo>
                    <a:pt x="825" y="463"/>
                    <a:pt x="847" y="473"/>
                    <a:pt x="863" y="492"/>
                  </a:cubicBezTo>
                  <a:lnTo>
                    <a:pt x="915" y="548"/>
                  </a:lnTo>
                  <a:cubicBezTo>
                    <a:pt x="1020" y="662"/>
                    <a:pt x="1162" y="724"/>
                    <a:pt x="1309" y="724"/>
                  </a:cubicBezTo>
                  <a:cubicBezTo>
                    <a:pt x="1361" y="724"/>
                    <a:pt x="1414" y="716"/>
                    <a:pt x="1467" y="700"/>
                  </a:cubicBezTo>
                  <a:cubicBezTo>
                    <a:pt x="1472" y="698"/>
                    <a:pt x="1476" y="698"/>
                    <a:pt x="1480" y="696"/>
                  </a:cubicBezTo>
                  <a:lnTo>
                    <a:pt x="1880" y="550"/>
                  </a:lnTo>
                  <a:cubicBezTo>
                    <a:pt x="1895" y="544"/>
                    <a:pt x="1910" y="542"/>
                    <a:pt x="1926" y="542"/>
                  </a:cubicBezTo>
                  <a:cubicBezTo>
                    <a:pt x="1959" y="542"/>
                    <a:pt x="1992" y="553"/>
                    <a:pt x="2018" y="576"/>
                  </a:cubicBezTo>
                  <a:cubicBezTo>
                    <a:pt x="2129" y="672"/>
                    <a:pt x="2272" y="724"/>
                    <a:pt x="2415" y="724"/>
                  </a:cubicBezTo>
                  <a:cubicBezTo>
                    <a:pt x="2513" y="724"/>
                    <a:pt x="2613" y="700"/>
                    <a:pt x="2703" y="650"/>
                  </a:cubicBezTo>
                  <a:cubicBezTo>
                    <a:pt x="2816" y="592"/>
                    <a:pt x="2859" y="450"/>
                    <a:pt x="2796" y="339"/>
                  </a:cubicBezTo>
                  <a:cubicBezTo>
                    <a:pt x="2753" y="262"/>
                    <a:pt x="2673" y="219"/>
                    <a:pt x="2591" y="219"/>
                  </a:cubicBezTo>
                  <a:cubicBezTo>
                    <a:pt x="2554" y="219"/>
                    <a:pt x="2516" y="228"/>
                    <a:pt x="2481" y="246"/>
                  </a:cubicBezTo>
                  <a:cubicBezTo>
                    <a:pt x="2460" y="258"/>
                    <a:pt x="2437" y="263"/>
                    <a:pt x="2414" y="263"/>
                  </a:cubicBezTo>
                  <a:cubicBezTo>
                    <a:pt x="2382" y="263"/>
                    <a:pt x="2350" y="252"/>
                    <a:pt x="2324" y="231"/>
                  </a:cubicBezTo>
                  <a:cubicBezTo>
                    <a:pt x="2212" y="133"/>
                    <a:pt x="2069" y="81"/>
                    <a:pt x="1925" y="81"/>
                  </a:cubicBezTo>
                  <a:cubicBezTo>
                    <a:pt x="1857" y="81"/>
                    <a:pt x="1788" y="93"/>
                    <a:pt x="1722" y="116"/>
                  </a:cubicBezTo>
                  <a:lnTo>
                    <a:pt x="1332" y="259"/>
                  </a:lnTo>
                  <a:cubicBezTo>
                    <a:pt x="1326" y="260"/>
                    <a:pt x="1321" y="261"/>
                    <a:pt x="1316" y="261"/>
                  </a:cubicBezTo>
                  <a:cubicBezTo>
                    <a:pt x="1294" y="261"/>
                    <a:pt x="1273" y="251"/>
                    <a:pt x="1254" y="233"/>
                  </a:cubicBezTo>
                  <a:lnTo>
                    <a:pt x="1204" y="178"/>
                  </a:lnTo>
                  <a:cubicBezTo>
                    <a:pt x="1097" y="63"/>
                    <a:pt x="952" y="0"/>
                    <a:pt x="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65"/>
            <p:cNvSpPr/>
            <p:nvPr/>
          </p:nvSpPr>
          <p:spPr>
            <a:xfrm>
              <a:off x="2363513" y="4200600"/>
              <a:ext cx="11600" cy="11600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32" y="1"/>
                  </a:moveTo>
                  <a:cubicBezTo>
                    <a:pt x="104" y="1"/>
                    <a:pt x="1" y="103"/>
                    <a:pt x="1" y="232"/>
                  </a:cubicBezTo>
                  <a:cubicBezTo>
                    <a:pt x="1" y="360"/>
                    <a:pt x="104" y="464"/>
                    <a:pt x="232" y="464"/>
                  </a:cubicBezTo>
                  <a:cubicBezTo>
                    <a:pt x="360" y="464"/>
                    <a:pt x="464" y="360"/>
                    <a:pt x="464" y="232"/>
                  </a:cubicBezTo>
                  <a:cubicBezTo>
                    <a:pt x="464" y="103"/>
                    <a:pt x="360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65"/>
          <p:cNvGrpSpPr/>
          <p:nvPr/>
        </p:nvGrpSpPr>
        <p:grpSpPr>
          <a:xfrm>
            <a:off x="5103739" y="1502616"/>
            <a:ext cx="304075" cy="375575"/>
            <a:chOff x="2905963" y="3967450"/>
            <a:chExt cx="239750" cy="296125"/>
          </a:xfrm>
        </p:grpSpPr>
        <p:sp>
          <p:nvSpPr>
            <p:cNvPr id="1135" name="Google Shape;1135;p65"/>
            <p:cNvSpPr/>
            <p:nvPr/>
          </p:nvSpPr>
          <p:spPr>
            <a:xfrm>
              <a:off x="2905963" y="3967450"/>
              <a:ext cx="239750" cy="296125"/>
            </a:xfrm>
            <a:custGeom>
              <a:avLst/>
              <a:gdLst/>
              <a:ahLst/>
              <a:cxnLst/>
              <a:rect l="l" t="t" r="r" b="b"/>
              <a:pathLst>
                <a:path w="9590" h="11845" extrusionOk="0">
                  <a:moveTo>
                    <a:pt x="4795" y="463"/>
                  </a:moveTo>
                  <a:cubicBezTo>
                    <a:pt x="5095" y="463"/>
                    <a:pt x="5350" y="655"/>
                    <a:pt x="5447" y="922"/>
                  </a:cubicBezTo>
                  <a:lnTo>
                    <a:pt x="4145" y="922"/>
                  </a:lnTo>
                  <a:cubicBezTo>
                    <a:pt x="4243" y="655"/>
                    <a:pt x="4497" y="463"/>
                    <a:pt x="4795" y="463"/>
                  </a:cubicBezTo>
                  <a:close/>
                  <a:moveTo>
                    <a:pt x="8961" y="1377"/>
                  </a:moveTo>
                  <a:cubicBezTo>
                    <a:pt x="9048" y="1377"/>
                    <a:pt x="9118" y="1446"/>
                    <a:pt x="9118" y="1535"/>
                  </a:cubicBezTo>
                  <a:lnTo>
                    <a:pt x="9123" y="8120"/>
                  </a:lnTo>
                  <a:cubicBezTo>
                    <a:pt x="9123" y="8207"/>
                    <a:pt x="9053" y="8277"/>
                    <a:pt x="8966" y="8277"/>
                  </a:cubicBezTo>
                  <a:lnTo>
                    <a:pt x="8359" y="8277"/>
                  </a:lnTo>
                  <a:lnTo>
                    <a:pt x="8357" y="4988"/>
                  </a:lnTo>
                  <a:cubicBezTo>
                    <a:pt x="8366" y="4860"/>
                    <a:pt x="8263" y="4756"/>
                    <a:pt x="8135" y="4756"/>
                  </a:cubicBezTo>
                  <a:cubicBezTo>
                    <a:pt x="8007" y="4756"/>
                    <a:pt x="7903" y="4860"/>
                    <a:pt x="7894" y="4988"/>
                  </a:cubicBezTo>
                  <a:lnTo>
                    <a:pt x="7896" y="8301"/>
                  </a:lnTo>
                  <a:lnTo>
                    <a:pt x="7202" y="8301"/>
                  </a:lnTo>
                  <a:lnTo>
                    <a:pt x="7200" y="5695"/>
                  </a:lnTo>
                  <a:cubicBezTo>
                    <a:pt x="7191" y="5569"/>
                    <a:pt x="7087" y="5463"/>
                    <a:pt x="6959" y="5463"/>
                  </a:cubicBezTo>
                  <a:cubicBezTo>
                    <a:pt x="6832" y="5463"/>
                    <a:pt x="6728" y="5569"/>
                    <a:pt x="6737" y="5695"/>
                  </a:cubicBezTo>
                  <a:lnTo>
                    <a:pt x="6739" y="8277"/>
                  </a:lnTo>
                  <a:lnTo>
                    <a:pt x="6091" y="8277"/>
                  </a:lnTo>
                  <a:lnTo>
                    <a:pt x="6089" y="6452"/>
                  </a:lnTo>
                  <a:cubicBezTo>
                    <a:pt x="6089" y="6337"/>
                    <a:pt x="6006" y="6232"/>
                    <a:pt x="5893" y="6217"/>
                  </a:cubicBezTo>
                  <a:cubicBezTo>
                    <a:pt x="5880" y="6215"/>
                    <a:pt x="5868" y="6214"/>
                    <a:pt x="5856" y="6214"/>
                  </a:cubicBezTo>
                  <a:cubicBezTo>
                    <a:pt x="5728" y="6214"/>
                    <a:pt x="5626" y="6318"/>
                    <a:pt x="5626" y="6444"/>
                  </a:cubicBezTo>
                  <a:lnTo>
                    <a:pt x="5628" y="8281"/>
                  </a:lnTo>
                  <a:lnTo>
                    <a:pt x="5026" y="8281"/>
                  </a:lnTo>
                  <a:lnTo>
                    <a:pt x="5025" y="5865"/>
                  </a:lnTo>
                  <a:cubicBezTo>
                    <a:pt x="5025" y="5748"/>
                    <a:pt x="4941" y="5645"/>
                    <a:pt x="4828" y="5628"/>
                  </a:cubicBezTo>
                  <a:cubicBezTo>
                    <a:pt x="4817" y="5626"/>
                    <a:pt x="4805" y="5626"/>
                    <a:pt x="4794" y="5626"/>
                  </a:cubicBezTo>
                  <a:cubicBezTo>
                    <a:pt x="4665" y="5626"/>
                    <a:pt x="4562" y="5730"/>
                    <a:pt x="4562" y="5858"/>
                  </a:cubicBezTo>
                  <a:lnTo>
                    <a:pt x="4564" y="8281"/>
                  </a:lnTo>
                  <a:lnTo>
                    <a:pt x="3893" y="8281"/>
                  </a:lnTo>
                  <a:lnTo>
                    <a:pt x="3893" y="7015"/>
                  </a:lnTo>
                  <a:cubicBezTo>
                    <a:pt x="3893" y="6898"/>
                    <a:pt x="3810" y="6794"/>
                    <a:pt x="3697" y="6778"/>
                  </a:cubicBezTo>
                  <a:cubicBezTo>
                    <a:pt x="3686" y="6776"/>
                    <a:pt x="3674" y="6775"/>
                    <a:pt x="3663" y="6775"/>
                  </a:cubicBezTo>
                  <a:cubicBezTo>
                    <a:pt x="3534" y="6775"/>
                    <a:pt x="3431" y="6880"/>
                    <a:pt x="3431" y="7007"/>
                  </a:cubicBezTo>
                  <a:lnTo>
                    <a:pt x="3431" y="8281"/>
                  </a:lnTo>
                  <a:lnTo>
                    <a:pt x="2897" y="8281"/>
                  </a:lnTo>
                  <a:lnTo>
                    <a:pt x="2897" y="7107"/>
                  </a:lnTo>
                  <a:cubicBezTo>
                    <a:pt x="2897" y="6991"/>
                    <a:pt x="2814" y="6887"/>
                    <a:pt x="2701" y="6870"/>
                  </a:cubicBezTo>
                  <a:cubicBezTo>
                    <a:pt x="2690" y="6869"/>
                    <a:pt x="2679" y="6868"/>
                    <a:pt x="2667" y="6868"/>
                  </a:cubicBezTo>
                  <a:cubicBezTo>
                    <a:pt x="2540" y="6868"/>
                    <a:pt x="2435" y="6972"/>
                    <a:pt x="2435" y="7100"/>
                  </a:cubicBezTo>
                  <a:lnTo>
                    <a:pt x="2435" y="8281"/>
                  </a:lnTo>
                  <a:lnTo>
                    <a:pt x="1811" y="8281"/>
                  </a:lnTo>
                  <a:lnTo>
                    <a:pt x="1811" y="7378"/>
                  </a:lnTo>
                  <a:cubicBezTo>
                    <a:pt x="1811" y="7263"/>
                    <a:pt x="1727" y="7157"/>
                    <a:pt x="1615" y="7142"/>
                  </a:cubicBezTo>
                  <a:cubicBezTo>
                    <a:pt x="1602" y="7141"/>
                    <a:pt x="1590" y="7140"/>
                    <a:pt x="1578" y="7140"/>
                  </a:cubicBezTo>
                  <a:cubicBezTo>
                    <a:pt x="1450" y="7140"/>
                    <a:pt x="1348" y="7243"/>
                    <a:pt x="1348" y="7370"/>
                  </a:cubicBezTo>
                  <a:lnTo>
                    <a:pt x="1348" y="8281"/>
                  </a:lnTo>
                  <a:lnTo>
                    <a:pt x="626" y="8281"/>
                  </a:lnTo>
                  <a:cubicBezTo>
                    <a:pt x="541" y="8281"/>
                    <a:pt x="469" y="8211"/>
                    <a:pt x="469" y="8124"/>
                  </a:cubicBezTo>
                  <a:lnTo>
                    <a:pt x="463" y="1542"/>
                  </a:lnTo>
                  <a:cubicBezTo>
                    <a:pt x="463" y="1455"/>
                    <a:pt x="533" y="1385"/>
                    <a:pt x="620" y="1385"/>
                  </a:cubicBezTo>
                  <a:lnTo>
                    <a:pt x="3869" y="1381"/>
                  </a:lnTo>
                  <a:lnTo>
                    <a:pt x="5711" y="1379"/>
                  </a:lnTo>
                  <a:lnTo>
                    <a:pt x="8961" y="1377"/>
                  </a:lnTo>
                  <a:close/>
                  <a:moveTo>
                    <a:pt x="4791" y="0"/>
                  </a:moveTo>
                  <a:cubicBezTo>
                    <a:pt x="4236" y="0"/>
                    <a:pt x="3771" y="396"/>
                    <a:pt x="3662" y="922"/>
                  </a:cubicBezTo>
                  <a:lnTo>
                    <a:pt x="620" y="924"/>
                  </a:lnTo>
                  <a:cubicBezTo>
                    <a:pt x="278" y="924"/>
                    <a:pt x="0" y="1202"/>
                    <a:pt x="0" y="1544"/>
                  </a:cubicBezTo>
                  <a:lnTo>
                    <a:pt x="6" y="8125"/>
                  </a:lnTo>
                  <a:cubicBezTo>
                    <a:pt x="6" y="8468"/>
                    <a:pt x="283" y="8746"/>
                    <a:pt x="626" y="8746"/>
                  </a:cubicBezTo>
                  <a:lnTo>
                    <a:pt x="3516" y="8744"/>
                  </a:lnTo>
                  <a:lnTo>
                    <a:pt x="2581" y="11534"/>
                  </a:lnTo>
                  <a:cubicBezTo>
                    <a:pt x="2544" y="11643"/>
                    <a:pt x="2588" y="11767"/>
                    <a:pt x="2692" y="11819"/>
                  </a:cubicBezTo>
                  <a:cubicBezTo>
                    <a:pt x="2727" y="11837"/>
                    <a:pt x="2764" y="11845"/>
                    <a:pt x="2798" y="11845"/>
                  </a:cubicBezTo>
                  <a:cubicBezTo>
                    <a:pt x="2896" y="11845"/>
                    <a:pt x="2986" y="11784"/>
                    <a:pt x="3018" y="11687"/>
                  </a:cubicBezTo>
                  <a:lnTo>
                    <a:pt x="4005" y="8744"/>
                  </a:lnTo>
                  <a:lnTo>
                    <a:pt x="5589" y="8740"/>
                  </a:lnTo>
                  <a:lnTo>
                    <a:pt x="6580" y="11682"/>
                  </a:lnTo>
                  <a:cubicBezTo>
                    <a:pt x="6611" y="11780"/>
                    <a:pt x="6702" y="11839"/>
                    <a:pt x="6800" y="11839"/>
                  </a:cubicBezTo>
                  <a:cubicBezTo>
                    <a:pt x="6830" y="11839"/>
                    <a:pt x="6859" y="11832"/>
                    <a:pt x="6889" y="11821"/>
                  </a:cubicBezTo>
                  <a:cubicBezTo>
                    <a:pt x="6998" y="11774"/>
                    <a:pt x="7054" y="11637"/>
                    <a:pt x="7017" y="11526"/>
                  </a:cubicBezTo>
                  <a:lnTo>
                    <a:pt x="6080" y="8738"/>
                  </a:lnTo>
                  <a:lnTo>
                    <a:pt x="8970" y="8736"/>
                  </a:lnTo>
                  <a:cubicBezTo>
                    <a:pt x="9312" y="8736"/>
                    <a:pt x="9590" y="8459"/>
                    <a:pt x="9590" y="8116"/>
                  </a:cubicBezTo>
                  <a:lnTo>
                    <a:pt x="9586" y="1535"/>
                  </a:lnTo>
                  <a:cubicBezTo>
                    <a:pt x="9581" y="1196"/>
                    <a:pt x="9303" y="918"/>
                    <a:pt x="8961" y="918"/>
                  </a:cubicBezTo>
                  <a:lnTo>
                    <a:pt x="5921" y="922"/>
                  </a:lnTo>
                  <a:cubicBezTo>
                    <a:pt x="5811" y="396"/>
                    <a:pt x="5347" y="0"/>
                    <a:pt x="47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65"/>
            <p:cNvSpPr/>
            <p:nvPr/>
          </p:nvSpPr>
          <p:spPr>
            <a:xfrm>
              <a:off x="2940763" y="4023775"/>
              <a:ext cx="174100" cy="107400"/>
            </a:xfrm>
            <a:custGeom>
              <a:avLst/>
              <a:gdLst/>
              <a:ahLst/>
              <a:cxnLst/>
              <a:rect l="l" t="t" r="r" b="b"/>
              <a:pathLst>
                <a:path w="6964" h="4296" extrusionOk="0">
                  <a:moveTo>
                    <a:pt x="5708" y="0"/>
                  </a:moveTo>
                  <a:cubicBezTo>
                    <a:pt x="5643" y="0"/>
                    <a:pt x="5584" y="32"/>
                    <a:pt x="5549" y="87"/>
                  </a:cubicBezTo>
                  <a:cubicBezTo>
                    <a:pt x="5430" y="272"/>
                    <a:pt x="5560" y="463"/>
                    <a:pt x="5734" y="463"/>
                  </a:cubicBezTo>
                  <a:lnTo>
                    <a:pt x="6176" y="463"/>
                  </a:lnTo>
                  <a:lnTo>
                    <a:pt x="4255" y="2386"/>
                  </a:lnTo>
                  <a:lnTo>
                    <a:pt x="3746" y="1877"/>
                  </a:lnTo>
                  <a:cubicBezTo>
                    <a:pt x="3736" y="1868"/>
                    <a:pt x="3727" y="1861"/>
                    <a:pt x="3718" y="1855"/>
                  </a:cubicBezTo>
                  <a:cubicBezTo>
                    <a:pt x="3677" y="1828"/>
                    <a:pt x="3632" y="1816"/>
                    <a:pt x="3589" y="1816"/>
                  </a:cubicBezTo>
                  <a:cubicBezTo>
                    <a:pt x="3528" y="1816"/>
                    <a:pt x="3469" y="1840"/>
                    <a:pt x="3425" y="1885"/>
                  </a:cubicBezTo>
                  <a:lnTo>
                    <a:pt x="1755" y="3555"/>
                  </a:lnTo>
                  <a:lnTo>
                    <a:pt x="1256" y="3058"/>
                  </a:lnTo>
                  <a:cubicBezTo>
                    <a:pt x="1211" y="3013"/>
                    <a:pt x="1152" y="2990"/>
                    <a:pt x="1093" y="2990"/>
                  </a:cubicBezTo>
                  <a:cubicBezTo>
                    <a:pt x="1034" y="2990"/>
                    <a:pt x="975" y="3013"/>
                    <a:pt x="930" y="3058"/>
                  </a:cubicBezTo>
                  <a:lnTo>
                    <a:pt x="67" y="3921"/>
                  </a:lnTo>
                  <a:cubicBezTo>
                    <a:pt x="21" y="3967"/>
                    <a:pt x="0" y="4032"/>
                    <a:pt x="13" y="4095"/>
                  </a:cubicBezTo>
                  <a:cubicBezTo>
                    <a:pt x="43" y="4229"/>
                    <a:pt x="145" y="4295"/>
                    <a:pt x="247" y="4295"/>
                  </a:cubicBezTo>
                  <a:cubicBezTo>
                    <a:pt x="308" y="4295"/>
                    <a:pt x="365" y="4273"/>
                    <a:pt x="411" y="4229"/>
                  </a:cubicBezTo>
                  <a:lnTo>
                    <a:pt x="1093" y="3549"/>
                  </a:lnTo>
                  <a:lnTo>
                    <a:pt x="1592" y="4047"/>
                  </a:lnTo>
                  <a:cubicBezTo>
                    <a:pt x="1637" y="4092"/>
                    <a:pt x="1696" y="4114"/>
                    <a:pt x="1755" y="4114"/>
                  </a:cubicBezTo>
                  <a:cubicBezTo>
                    <a:pt x="1814" y="4114"/>
                    <a:pt x="1873" y="4092"/>
                    <a:pt x="1918" y="4047"/>
                  </a:cubicBezTo>
                  <a:lnTo>
                    <a:pt x="3586" y="2375"/>
                  </a:lnTo>
                  <a:lnTo>
                    <a:pt x="4095" y="2884"/>
                  </a:lnTo>
                  <a:cubicBezTo>
                    <a:pt x="4105" y="2894"/>
                    <a:pt x="4114" y="2901"/>
                    <a:pt x="4123" y="2909"/>
                  </a:cubicBezTo>
                  <a:cubicBezTo>
                    <a:pt x="4165" y="2935"/>
                    <a:pt x="4209" y="2948"/>
                    <a:pt x="4253" y="2948"/>
                  </a:cubicBezTo>
                  <a:cubicBezTo>
                    <a:pt x="4315" y="2948"/>
                    <a:pt x="4374" y="2923"/>
                    <a:pt x="4418" y="2877"/>
                  </a:cubicBezTo>
                  <a:lnTo>
                    <a:pt x="6500" y="791"/>
                  </a:lnTo>
                  <a:lnTo>
                    <a:pt x="6500" y="1257"/>
                  </a:lnTo>
                  <a:cubicBezTo>
                    <a:pt x="6500" y="1322"/>
                    <a:pt x="6530" y="1383"/>
                    <a:pt x="6585" y="1416"/>
                  </a:cubicBezTo>
                  <a:cubicBezTo>
                    <a:pt x="6635" y="1448"/>
                    <a:pt x="6685" y="1462"/>
                    <a:pt x="6732" y="1462"/>
                  </a:cubicBezTo>
                  <a:cubicBezTo>
                    <a:pt x="6860" y="1462"/>
                    <a:pt x="6963" y="1359"/>
                    <a:pt x="6963" y="1231"/>
                  </a:cubicBezTo>
                  <a:lnTo>
                    <a:pt x="6963" y="232"/>
                  </a:lnTo>
                  <a:lnTo>
                    <a:pt x="6963" y="217"/>
                  </a:lnTo>
                  <a:cubicBezTo>
                    <a:pt x="6963" y="213"/>
                    <a:pt x="6963" y="209"/>
                    <a:pt x="6961" y="207"/>
                  </a:cubicBezTo>
                  <a:cubicBezTo>
                    <a:pt x="6961" y="202"/>
                    <a:pt x="6961" y="198"/>
                    <a:pt x="6958" y="193"/>
                  </a:cubicBezTo>
                  <a:cubicBezTo>
                    <a:pt x="6958" y="189"/>
                    <a:pt x="6956" y="185"/>
                    <a:pt x="6956" y="182"/>
                  </a:cubicBezTo>
                  <a:cubicBezTo>
                    <a:pt x="6956" y="178"/>
                    <a:pt x="6954" y="174"/>
                    <a:pt x="6954" y="170"/>
                  </a:cubicBezTo>
                  <a:cubicBezTo>
                    <a:pt x="6954" y="165"/>
                    <a:pt x="6952" y="163"/>
                    <a:pt x="6948" y="157"/>
                  </a:cubicBezTo>
                  <a:cubicBezTo>
                    <a:pt x="6946" y="154"/>
                    <a:pt x="6946" y="152"/>
                    <a:pt x="6945" y="146"/>
                  </a:cubicBezTo>
                  <a:cubicBezTo>
                    <a:pt x="6943" y="145"/>
                    <a:pt x="6943" y="139"/>
                    <a:pt x="6939" y="137"/>
                  </a:cubicBezTo>
                  <a:cubicBezTo>
                    <a:pt x="6937" y="133"/>
                    <a:pt x="6937" y="132"/>
                    <a:pt x="6935" y="126"/>
                  </a:cubicBezTo>
                  <a:cubicBezTo>
                    <a:pt x="6934" y="124"/>
                    <a:pt x="6934" y="122"/>
                    <a:pt x="6930" y="117"/>
                  </a:cubicBezTo>
                  <a:cubicBezTo>
                    <a:pt x="6928" y="113"/>
                    <a:pt x="6926" y="109"/>
                    <a:pt x="6924" y="106"/>
                  </a:cubicBezTo>
                  <a:cubicBezTo>
                    <a:pt x="6921" y="104"/>
                    <a:pt x="6919" y="98"/>
                    <a:pt x="6917" y="96"/>
                  </a:cubicBezTo>
                  <a:cubicBezTo>
                    <a:pt x="6915" y="95"/>
                    <a:pt x="6911" y="89"/>
                    <a:pt x="6909" y="87"/>
                  </a:cubicBezTo>
                  <a:lnTo>
                    <a:pt x="6897" y="72"/>
                  </a:lnTo>
                  <a:lnTo>
                    <a:pt x="6893" y="70"/>
                  </a:lnTo>
                  <a:lnTo>
                    <a:pt x="6891" y="69"/>
                  </a:lnTo>
                  <a:lnTo>
                    <a:pt x="6878" y="54"/>
                  </a:lnTo>
                  <a:cubicBezTo>
                    <a:pt x="6874" y="52"/>
                    <a:pt x="6871" y="50"/>
                    <a:pt x="6869" y="46"/>
                  </a:cubicBezTo>
                  <a:cubicBezTo>
                    <a:pt x="6865" y="45"/>
                    <a:pt x="6861" y="43"/>
                    <a:pt x="6859" y="41"/>
                  </a:cubicBezTo>
                  <a:cubicBezTo>
                    <a:pt x="6856" y="37"/>
                    <a:pt x="6852" y="35"/>
                    <a:pt x="6850" y="33"/>
                  </a:cubicBezTo>
                  <a:cubicBezTo>
                    <a:pt x="6847" y="32"/>
                    <a:pt x="6843" y="28"/>
                    <a:pt x="6841" y="28"/>
                  </a:cubicBezTo>
                  <a:cubicBezTo>
                    <a:pt x="6837" y="26"/>
                    <a:pt x="6834" y="26"/>
                    <a:pt x="6832" y="24"/>
                  </a:cubicBezTo>
                  <a:cubicBezTo>
                    <a:pt x="6828" y="22"/>
                    <a:pt x="6824" y="22"/>
                    <a:pt x="6822" y="19"/>
                  </a:cubicBezTo>
                  <a:cubicBezTo>
                    <a:pt x="6819" y="17"/>
                    <a:pt x="6815" y="17"/>
                    <a:pt x="6813" y="15"/>
                  </a:cubicBezTo>
                  <a:cubicBezTo>
                    <a:pt x="6808" y="13"/>
                    <a:pt x="6806" y="13"/>
                    <a:pt x="6800" y="11"/>
                  </a:cubicBezTo>
                  <a:cubicBezTo>
                    <a:pt x="6798" y="11"/>
                    <a:pt x="6795" y="8"/>
                    <a:pt x="6791" y="8"/>
                  </a:cubicBezTo>
                  <a:cubicBezTo>
                    <a:pt x="6787" y="8"/>
                    <a:pt x="6782" y="6"/>
                    <a:pt x="6780" y="6"/>
                  </a:cubicBezTo>
                  <a:cubicBezTo>
                    <a:pt x="6776" y="6"/>
                    <a:pt x="6772" y="6"/>
                    <a:pt x="6769" y="4"/>
                  </a:cubicBezTo>
                  <a:cubicBezTo>
                    <a:pt x="6763" y="4"/>
                    <a:pt x="6761" y="0"/>
                    <a:pt x="67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65"/>
            <p:cNvSpPr/>
            <p:nvPr/>
          </p:nvSpPr>
          <p:spPr>
            <a:xfrm>
              <a:off x="2941313" y="4024225"/>
              <a:ext cx="11600" cy="11600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32" y="1"/>
                  </a:moveTo>
                  <a:cubicBezTo>
                    <a:pt x="104" y="1"/>
                    <a:pt x="1" y="104"/>
                    <a:pt x="1" y="232"/>
                  </a:cubicBezTo>
                  <a:cubicBezTo>
                    <a:pt x="1" y="362"/>
                    <a:pt x="104" y="463"/>
                    <a:pt x="232" y="463"/>
                  </a:cubicBezTo>
                  <a:cubicBezTo>
                    <a:pt x="360" y="463"/>
                    <a:pt x="463" y="362"/>
                    <a:pt x="463" y="232"/>
                  </a:cubicBezTo>
                  <a:cubicBezTo>
                    <a:pt x="463" y="104"/>
                    <a:pt x="360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65"/>
            <p:cNvSpPr/>
            <p:nvPr/>
          </p:nvSpPr>
          <p:spPr>
            <a:xfrm>
              <a:off x="2941313" y="4047875"/>
              <a:ext cx="11600" cy="11600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32" y="1"/>
                  </a:moveTo>
                  <a:cubicBezTo>
                    <a:pt x="104" y="1"/>
                    <a:pt x="1" y="102"/>
                    <a:pt x="1" y="232"/>
                  </a:cubicBezTo>
                  <a:cubicBezTo>
                    <a:pt x="1" y="360"/>
                    <a:pt x="104" y="463"/>
                    <a:pt x="232" y="463"/>
                  </a:cubicBezTo>
                  <a:cubicBezTo>
                    <a:pt x="360" y="463"/>
                    <a:pt x="463" y="360"/>
                    <a:pt x="463" y="232"/>
                  </a:cubicBezTo>
                  <a:cubicBezTo>
                    <a:pt x="463" y="102"/>
                    <a:pt x="360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65"/>
            <p:cNvSpPr/>
            <p:nvPr/>
          </p:nvSpPr>
          <p:spPr>
            <a:xfrm>
              <a:off x="2941313" y="4071475"/>
              <a:ext cx="11600" cy="11600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32" y="1"/>
                  </a:moveTo>
                  <a:cubicBezTo>
                    <a:pt x="104" y="1"/>
                    <a:pt x="1" y="103"/>
                    <a:pt x="1" y="232"/>
                  </a:cubicBezTo>
                  <a:cubicBezTo>
                    <a:pt x="1" y="360"/>
                    <a:pt x="104" y="464"/>
                    <a:pt x="232" y="464"/>
                  </a:cubicBezTo>
                  <a:cubicBezTo>
                    <a:pt x="360" y="464"/>
                    <a:pt x="463" y="360"/>
                    <a:pt x="463" y="232"/>
                  </a:cubicBezTo>
                  <a:cubicBezTo>
                    <a:pt x="463" y="103"/>
                    <a:pt x="360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0" name="Google Shape;1140;p65"/>
          <p:cNvGrpSpPr/>
          <p:nvPr/>
        </p:nvGrpSpPr>
        <p:grpSpPr>
          <a:xfrm>
            <a:off x="3700347" y="2626539"/>
            <a:ext cx="377827" cy="375607"/>
            <a:chOff x="4133063" y="3936925"/>
            <a:chExt cx="297900" cy="296150"/>
          </a:xfrm>
        </p:grpSpPr>
        <p:sp>
          <p:nvSpPr>
            <p:cNvPr id="1141" name="Google Shape;1141;p65"/>
            <p:cNvSpPr/>
            <p:nvPr/>
          </p:nvSpPr>
          <p:spPr>
            <a:xfrm>
              <a:off x="4347338" y="3990500"/>
              <a:ext cx="11600" cy="11575"/>
            </a:xfrm>
            <a:custGeom>
              <a:avLst/>
              <a:gdLst/>
              <a:ahLst/>
              <a:cxnLst/>
              <a:rect l="l" t="t" r="r" b="b"/>
              <a:pathLst>
                <a:path w="464" h="463" extrusionOk="0">
                  <a:moveTo>
                    <a:pt x="232" y="0"/>
                  </a:moveTo>
                  <a:cubicBezTo>
                    <a:pt x="104" y="0"/>
                    <a:pt x="1" y="102"/>
                    <a:pt x="1" y="231"/>
                  </a:cubicBezTo>
                  <a:cubicBezTo>
                    <a:pt x="1" y="359"/>
                    <a:pt x="104" y="463"/>
                    <a:pt x="232" y="463"/>
                  </a:cubicBezTo>
                  <a:cubicBezTo>
                    <a:pt x="360" y="463"/>
                    <a:pt x="463" y="359"/>
                    <a:pt x="463" y="231"/>
                  </a:cubicBezTo>
                  <a:cubicBezTo>
                    <a:pt x="463" y="102"/>
                    <a:pt x="360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65"/>
            <p:cNvSpPr/>
            <p:nvPr/>
          </p:nvSpPr>
          <p:spPr>
            <a:xfrm>
              <a:off x="4173863" y="4164475"/>
              <a:ext cx="11600" cy="11575"/>
            </a:xfrm>
            <a:custGeom>
              <a:avLst/>
              <a:gdLst/>
              <a:ahLst/>
              <a:cxnLst/>
              <a:rect l="l" t="t" r="r" b="b"/>
              <a:pathLst>
                <a:path w="464" h="463" extrusionOk="0">
                  <a:moveTo>
                    <a:pt x="232" y="0"/>
                  </a:moveTo>
                  <a:cubicBezTo>
                    <a:pt x="105" y="0"/>
                    <a:pt x="1" y="104"/>
                    <a:pt x="1" y="232"/>
                  </a:cubicBezTo>
                  <a:cubicBezTo>
                    <a:pt x="1" y="361"/>
                    <a:pt x="105" y="463"/>
                    <a:pt x="232" y="463"/>
                  </a:cubicBezTo>
                  <a:cubicBezTo>
                    <a:pt x="360" y="463"/>
                    <a:pt x="464" y="361"/>
                    <a:pt x="464" y="232"/>
                  </a:cubicBezTo>
                  <a:cubicBezTo>
                    <a:pt x="464" y="104"/>
                    <a:pt x="360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65"/>
            <p:cNvSpPr/>
            <p:nvPr/>
          </p:nvSpPr>
          <p:spPr>
            <a:xfrm>
              <a:off x="4296888" y="3936925"/>
              <a:ext cx="111750" cy="163550"/>
            </a:xfrm>
            <a:custGeom>
              <a:avLst/>
              <a:gdLst/>
              <a:ahLst/>
              <a:cxnLst/>
              <a:rect l="l" t="t" r="r" b="b"/>
              <a:pathLst>
                <a:path w="4470" h="6542" extrusionOk="0">
                  <a:moveTo>
                    <a:pt x="2241" y="462"/>
                  </a:moveTo>
                  <a:cubicBezTo>
                    <a:pt x="2707" y="462"/>
                    <a:pt x="3146" y="643"/>
                    <a:pt x="3479" y="971"/>
                  </a:cubicBezTo>
                  <a:cubicBezTo>
                    <a:pt x="3816" y="1306"/>
                    <a:pt x="4003" y="1754"/>
                    <a:pt x="4003" y="2232"/>
                  </a:cubicBezTo>
                  <a:cubicBezTo>
                    <a:pt x="4003" y="2730"/>
                    <a:pt x="3794" y="3208"/>
                    <a:pt x="3427" y="3543"/>
                  </a:cubicBezTo>
                  <a:cubicBezTo>
                    <a:pt x="3150" y="3794"/>
                    <a:pt x="2992" y="4155"/>
                    <a:pt x="2992" y="4528"/>
                  </a:cubicBezTo>
                  <a:lnTo>
                    <a:pt x="2992" y="4824"/>
                  </a:lnTo>
                  <a:cubicBezTo>
                    <a:pt x="2992" y="4903"/>
                    <a:pt x="2928" y="4966"/>
                    <a:pt x="2852" y="4966"/>
                  </a:cubicBezTo>
                  <a:lnTo>
                    <a:pt x="2483" y="4966"/>
                  </a:lnTo>
                  <a:lnTo>
                    <a:pt x="2483" y="3300"/>
                  </a:lnTo>
                  <a:cubicBezTo>
                    <a:pt x="2483" y="3183"/>
                    <a:pt x="2400" y="3080"/>
                    <a:pt x="2287" y="3063"/>
                  </a:cubicBezTo>
                  <a:cubicBezTo>
                    <a:pt x="2275" y="3062"/>
                    <a:pt x="2264" y="3061"/>
                    <a:pt x="2253" y="3061"/>
                  </a:cubicBezTo>
                  <a:cubicBezTo>
                    <a:pt x="2124" y="3061"/>
                    <a:pt x="2020" y="3165"/>
                    <a:pt x="2020" y="3293"/>
                  </a:cubicBezTo>
                  <a:lnTo>
                    <a:pt x="2020" y="4966"/>
                  </a:lnTo>
                  <a:lnTo>
                    <a:pt x="1630" y="4966"/>
                  </a:lnTo>
                  <a:cubicBezTo>
                    <a:pt x="1550" y="4966"/>
                    <a:pt x="1489" y="4901"/>
                    <a:pt x="1489" y="4824"/>
                  </a:cubicBezTo>
                  <a:lnTo>
                    <a:pt x="1489" y="4528"/>
                  </a:lnTo>
                  <a:cubicBezTo>
                    <a:pt x="1489" y="4154"/>
                    <a:pt x="1332" y="3794"/>
                    <a:pt x="1056" y="3544"/>
                  </a:cubicBezTo>
                  <a:cubicBezTo>
                    <a:pt x="678" y="3200"/>
                    <a:pt x="467" y="2710"/>
                    <a:pt x="476" y="2199"/>
                  </a:cubicBezTo>
                  <a:cubicBezTo>
                    <a:pt x="495" y="1254"/>
                    <a:pt x="1276" y="473"/>
                    <a:pt x="2215" y="462"/>
                  </a:cubicBezTo>
                  <a:close/>
                  <a:moveTo>
                    <a:pt x="2759" y="5429"/>
                  </a:moveTo>
                  <a:lnTo>
                    <a:pt x="2759" y="5970"/>
                  </a:lnTo>
                  <a:lnTo>
                    <a:pt x="2761" y="5970"/>
                  </a:lnTo>
                  <a:cubicBezTo>
                    <a:pt x="2761" y="6027"/>
                    <a:pt x="2715" y="6077"/>
                    <a:pt x="2655" y="6077"/>
                  </a:cubicBezTo>
                  <a:lnTo>
                    <a:pt x="1824" y="6077"/>
                  </a:lnTo>
                  <a:cubicBezTo>
                    <a:pt x="1767" y="6077"/>
                    <a:pt x="1717" y="6027"/>
                    <a:pt x="1717" y="5970"/>
                  </a:cubicBezTo>
                  <a:lnTo>
                    <a:pt x="1717" y="5429"/>
                  </a:lnTo>
                  <a:close/>
                  <a:moveTo>
                    <a:pt x="2242" y="1"/>
                  </a:moveTo>
                  <a:cubicBezTo>
                    <a:pt x="2231" y="1"/>
                    <a:pt x="2219" y="1"/>
                    <a:pt x="2207" y="1"/>
                  </a:cubicBezTo>
                  <a:cubicBezTo>
                    <a:pt x="1630" y="8"/>
                    <a:pt x="1084" y="240"/>
                    <a:pt x="669" y="653"/>
                  </a:cubicBezTo>
                  <a:cubicBezTo>
                    <a:pt x="254" y="1064"/>
                    <a:pt x="21" y="1608"/>
                    <a:pt x="12" y="2186"/>
                  </a:cubicBezTo>
                  <a:cubicBezTo>
                    <a:pt x="1" y="2830"/>
                    <a:pt x="267" y="3448"/>
                    <a:pt x="743" y="3880"/>
                  </a:cubicBezTo>
                  <a:cubicBezTo>
                    <a:pt x="921" y="4042"/>
                    <a:pt x="1026" y="4276"/>
                    <a:pt x="1026" y="4522"/>
                  </a:cubicBezTo>
                  <a:lnTo>
                    <a:pt x="1026" y="4824"/>
                  </a:lnTo>
                  <a:cubicBezTo>
                    <a:pt x="1026" y="5016"/>
                    <a:pt x="1115" y="5188"/>
                    <a:pt x="1258" y="5300"/>
                  </a:cubicBezTo>
                  <a:lnTo>
                    <a:pt x="1258" y="5972"/>
                  </a:lnTo>
                  <a:cubicBezTo>
                    <a:pt x="1258" y="6286"/>
                    <a:pt x="1511" y="6542"/>
                    <a:pt x="1826" y="6542"/>
                  </a:cubicBezTo>
                  <a:lnTo>
                    <a:pt x="2670" y="6542"/>
                  </a:lnTo>
                  <a:cubicBezTo>
                    <a:pt x="2670" y="6542"/>
                    <a:pt x="3240" y="6283"/>
                    <a:pt x="3248" y="5970"/>
                  </a:cubicBezTo>
                  <a:lnTo>
                    <a:pt x="3248" y="5296"/>
                  </a:lnTo>
                  <a:cubicBezTo>
                    <a:pt x="3379" y="5185"/>
                    <a:pt x="3455" y="4822"/>
                    <a:pt x="3455" y="4822"/>
                  </a:cubicBezTo>
                  <a:lnTo>
                    <a:pt x="3455" y="4522"/>
                  </a:lnTo>
                  <a:cubicBezTo>
                    <a:pt x="3455" y="4278"/>
                    <a:pt x="3559" y="4044"/>
                    <a:pt x="3740" y="3878"/>
                  </a:cubicBezTo>
                  <a:cubicBezTo>
                    <a:pt x="4203" y="3457"/>
                    <a:pt x="4466" y="2858"/>
                    <a:pt x="4466" y="2230"/>
                  </a:cubicBezTo>
                  <a:cubicBezTo>
                    <a:pt x="4470" y="1628"/>
                    <a:pt x="4233" y="1064"/>
                    <a:pt x="3805" y="643"/>
                  </a:cubicBezTo>
                  <a:cubicBezTo>
                    <a:pt x="3386" y="230"/>
                    <a:pt x="2831" y="1"/>
                    <a:pt x="2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65"/>
            <p:cNvSpPr/>
            <p:nvPr/>
          </p:nvSpPr>
          <p:spPr>
            <a:xfrm>
              <a:off x="4133063" y="4090450"/>
              <a:ext cx="297900" cy="142625"/>
            </a:xfrm>
            <a:custGeom>
              <a:avLst/>
              <a:gdLst/>
              <a:ahLst/>
              <a:cxnLst/>
              <a:rect l="l" t="t" r="r" b="b"/>
              <a:pathLst>
                <a:path w="11916" h="5705" extrusionOk="0">
                  <a:moveTo>
                    <a:pt x="1878" y="949"/>
                  </a:moveTo>
                  <a:cubicBezTo>
                    <a:pt x="1925" y="949"/>
                    <a:pt x="1969" y="976"/>
                    <a:pt x="1988" y="1023"/>
                  </a:cubicBezTo>
                  <a:lnTo>
                    <a:pt x="3071" y="3476"/>
                  </a:lnTo>
                  <a:lnTo>
                    <a:pt x="3131" y="3611"/>
                  </a:lnTo>
                  <a:cubicBezTo>
                    <a:pt x="3160" y="3676"/>
                    <a:pt x="3132" y="3746"/>
                    <a:pt x="3071" y="3774"/>
                  </a:cubicBezTo>
                  <a:cubicBezTo>
                    <a:pt x="3066" y="3778"/>
                    <a:pt x="3064" y="3778"/>
                    <a:pt x="3058" y="3779"/>
                  </a:cubicBezTo>
                  <a:lnTo>
                    <a:pt x="448" y="5094"/>
                  </a:lnTo>
                  <a:lnTo>
                    <a:pt x="448" y="4087"/>
                  </a:lnTo>
                  <a:lnTo>
                    <a:pt x="1133" y="3753"/>
                  </a:lnTo>
                  <a:cubicBezTo>
                    <a:pt x="1250" y="3698"/>
                    <a:pt x="1296" y="3559"/>
                    <a:pt x="1240" y="3444"/>
                  </a:cubicBezTo>
                  <a:cubicBezTo>
                    <a:pt x="1201" y="3361"/>
                    <a:pt x="1118" y="3314"/>
                    <a:pt x="1032" y="3314"/>
                  </a:cubicBezTo>
                  <a:cubicBezTo>
                    <a:pt x="998" y="3314"/>
                    <a:pt x="963" y="3321"/>
                    <a:pt x="929" y="3337"/>
                  </a:cubicBezTo>
                  <a:lnTo>
                    <a:pt x="472" y="3568"/>
                  </a:lnTo>
                  <a:lnTo>
                    <a:pt x="472" y="1562"/>
                  </a:lnTo>
                  <a:lnTo>
                    <a:pt x="1827" y="960"/>
                  </a:lnTo>
                  <a:cubicBezTo>
                    <a:pt x="1844" y="953"/>
                    <a:pt x="1861" y="949"/>
                    <a:pt x="1878" y="949"/>
                  </a:cubicBezTo>
                  <a:close/>
                  <a:moveTo>
                    <a:pt x="4684" y="1"/>
                  </a:moveTo>
                  <a:cubicBezTo>
                    <a:pt x="4298" y="1"/>
                    <a:pt x="3913" y="82"/>
                    <a:pt x="3549" y="242"/>
                  </a:cubicBezTo>
                  <a:lnTo>
                    <a:pt x="2373" y="760"/>
                  </a:lnTo>
                  <a:cubicBezTo>
                    <a:pt x="2265" y="592"/>
                    <a:pt x="2077" y="495"/>
                    <a:pt x="1882" y="495"/>
                  </a:cubicBezTo>
                  <a:cubicBezTo>
                    <a:pt x="1804" y="495"/>
                    <a:pt x="1725" y="510"/>
                    <a:pt x="1650" y="543"/>
                  </a:cubicBezTo>
                  <a:lnTo>
                    <a:pt x="150" y="1206"/>
                  </a:lnTo>
                  <a:cubicBezTo>
                    <a:pt x="67" y="1243"/>
                    <a:pt x="11" y="1326"/>
                    <a:pt x="11" y="1417"/>
                  </a:cubicBezTo>
                  <a:lnTo>
                    <a:pt x="0" y="5473"/>
                  </a:lnTo>
                  <a:cubicBezTo>
                    <a:pt x="0" y="5555"/>
                    <a:pt x="41" y="5629"/>
                    <a:pt x="109" y="5670"/>
                  </a:cubicBezTo>
                  <a:cubicBezTo>
                    <a:pt x="146" y="5694"/>
                    <a:pt x="187" y="5705"/>
                    <a:pt x="231" y="5705"/>
                  </a:cubicBezTo>
                  <a:cubicBezTo>
                    <a:pt x="267" y="5705"/>
                    <a:pt x="304" y="5695"/>
                    <a:pt x="335" y="5679"/>
                  </a:cubicBezTo>
                  <a:lnTo>
                    <a:pt x="3269" y="4196"/>
                  </a:lnTo>
                  <a:cubicBezTo>
                    <a:pt x="3534" y="4076"/>
                    <a:pt x="3667" y="3779"/>
                    <a:pt x="3592" y="3505"/>
                  </a:cubicBezTo>
                  <a:lnTo>
                    <a:pt x="3617" y="3494"/>
                  </a:lnTo>
                  <a:cubicBezTo>
                    <a:pt x="3849" y="3392"/>
                    <a:pt x="4095" y="3341"/>
                    <a:pt x="4340" y="3341"/>
                  </a:cubicBezTo>
                  <a:cubicBezTo>
                    <a:pt x="4613" y="3341"/>
                    <a:pt x="4885" y="3404"/>
                    <a:pt x="5136" y="3529"/>
                  </a:cubicBezTo>
                  <a:lnTo>
                    <a:pt x="6261" y="4089"/>
                  </a:lnTo>
                  <a:cubicBezTo>
                    <a:pt x="6578" y="4246"/>
                    <a:pt x="6921" y="4325"/>
                    <a:pt x="7264" y="4325"/>
                  </a:cubicBezTo>
                  <a:cubicBezTo>
                    <a:pt x="7573" y="4325"/>
                    <a:pt x="7883" y="4261"/>
                    <a:pt x="8174" y="4133"/>
                  </a:cubicBezTo>
                  <a:lnTo>
                    <a:pt x="11250" y="2774"/>
                  </a:lnTo>
                  <a:cubicBezTo>
                    <a:pt x="11710" y="2570"/>
                    <a:pt x="11915" y="2037"/>
                    <a:pt x="11713" y="1580"/>
                  </a:cubicBezTo>
                  <a:cubicBezTo>
                    <a:pt x="11565" y="1243"/>
                    <a:pt x="11235" y="1043"/>
                    <a:pt x="10888" y="1043"/>
                  </a:cubicBezTo>
                  <a:cubicBezTo>
                    <a:pt x="10766" y="1043"/>
                    <a:pt x="10642" y="1068"/>
                    <a:pt x="10523" y="1121"/>
                  </a:cubicBezTo>
                  <a:cubicBezTo>
                    <a:pt x="10519" y="1121"/>
                    <a:pt x="10519" y="1121"/>
                    <a:pt x="10519" y="1123"/>
                  </a:cubicBezTo>
                  <a:lnTo>
                    <a:pt x="9016" y="1817"/>
                  </a:lnTo>
                  <a:cubicBezTo>
                    <a:pt x="8899" y="1871"/>
                    <a:pt x="8849" y="2010"/>
                    <a:pt x="8903" y="2124"/>
                  </a:cubicBezTo>
                  <a:cubicBezTo>
                    <a:pt x="8941" y="2209"/>
                    <a:pt x="9025" y="2259"/>
                    <a:pt x="9112" y="2259"/>
                  </a:cubicBezTo>
                  <a:cubicBezTo>
                    <a:pt x="9145" y="2259"/>
                    <a:pt x="9179" y="2252"/>
                    <a:pt x="9210" y="2237"/>
                  </a:cubicBezTo>
                  <a:lnTo>
                    <a:pt x="10712" y="1547"/>
                  </a:lnTo>
                  <a:cubicBezTo>
                    <a:pt x="10769" y="1521"/>
                    <a:pt x="10829" y="1509"/>
                    <a:pt x="10888" y="1509"/>
                  </a:cubicBezTo>
                  <a:cubicBezTo>
                    <a:pt x="11057" y="1509"/>
                    <a:pt x="11218" y="1608"/>
                    <a:pt x="11291" y="1773"/>
                  </a:cubicBezTo>
                  <a:cubicBezTo>
                    <a:pt x="11387" y="1995"/>
                    <a:pt x="11287" y="2256"/>
                    <a:pt x="11065" y="2354"/>
                  </a:cubicBezTo>
                  <a:lnTo>
                    <a:pt x="7988" y="3713"/>
                  </a:lnTo>
                  <a:cubicBezTo>
                    <a:pt x="7757" y="3815"/>
                    <a:pt x="7510" y="3866"/>
                    <a:pt x="7264" y="3866"/>
                  </a:cubicBezTo>
                  <a:cubicBezTo>
                    <a:pt x="6992" y="3866"/>
                    <a:pt x="6720" y="3803"/>
                    <a:pt x="6470" y="3678"/>
                  </a:cubicBezTo>
                  <a:lnTo>
                    <a:pt x="5343" y="3117"/>
                  </a:lnTo>
                  <a:cubicBezTo>
                    <a:pt x="5026" y="2960"/>
                    <a:pt x="4684" y="2881"/>
                    <a:pt x="4341" y="2881"/>
                  </a:cubicBezTo>
                  <a:cubicBezTo>
                    <a:pt x="4032" y="2881"/>
                    <a:pt x="3722" y="2945"/>
                    <a:pt x="3430" y="3074"/>
                  </a:cubicBezTo>
                  <a:lnTo>
                    <a:pt x="3410" y="3083"/>
                  </a:lnTo>
                  <a:lnTo>
                    <a:pt x="2568" y="1178"/>
                  </a:lnTo>
                  <a:lnTo>
                    <a:pt x="3738" y="662"/>
                  </a:lnTo>
                  <a:cubicBezTo>
                    <a:pt x="4040" y="529"/>
                    <a:pt x="4361" y="462"/>
                    <a:pt x="4683" y="462"/>
                  </a:cubicBezTo>
                  <a:cubicBezTo>
                    <a:pt x="4954" y="462"/>
                    <a:pt x="5226" y="510"/>
                    <a:pt x="5487" y="606"/>
                  </a:cubicBezTo>
                  <a:lnTo>
                    <a:pt x="7751" y="1439"/>
                  </a:lnTo>
                  <a:cubicBezTo>
                    <a:pt x="7959" y="1515"/>
                    <a:pt x="8070" y="1745"/>
                    <a:pt x="7998" y="1954"/>
                  </a:cubicBezTo>
                  <a:cubicBezTo>
                    <a:pt x="7940" y="2121"/>
                    <a:pt x="7781" y="2229"/>
                    <a:pt x="7611" y="2229"/>
                  </a:cubicBezTo>
                  <a:cubicBezTo>
                    <a:pt x="7568" y="2229"/>
                    <a:pt x="7524" y="2222"/>
                    <a:pt x="7481" y="2208"/>
                  </a:cubicBezTo>
                  <a:lnTo>
                    <a:pt x="5730" y="1615"/>
                  </a:lnTo>
                  <a:cubicBezTo>
                    <a:pt x="5705" y="1607"/>
                    <a:pt x="5681" y="1603"/>
                    <a:pt x="5656" y="1603"/>
                  </a:cubicBezTo>
                  <a:cubicBezTo>
                    <a:pt x="5560" y="1603"/>
                    <a:pt x="5469" y="1664"/>
                    <a:pt x="5435" y="1761"/>
                  </a:cubicBezTo>
                  <a:cubicBezTo>
                    <a:pt x="5395" y="1884"/>
                    <a:pt x="5460" y="2013"/>
                    <a:pt x="5582" y="2056"/>
                  </a:cubicBezTo>
                  <a:lnTo>
                    <a:pt x="7333" y="2648"/>
                  </a:lnTo>
                  <a:cubicBezTo>
                    <a:pt x="7426" y="2678"/>
                    <a:pt x="7518" y="2695"/>
                    <a:pt x="7611" y="2695"/>
                  </a:cubicBezTo>
                  <a:cubicBezTo>
                    <a:pt x="7972" y="2695"/>
                    <a:pt x="8312" y="2467"/>
                    <a:pt x="8435" y="2106"/>
                  </a:cubicBezTo>
                  <a:cubicBezTo>
                    <a:pt x="8588" y="1661"/>
                    <a:pt x="8351" y="1169"/>
                    <a:pt x="7913" y="1006"/>
                  </a:cubicBezTo>
                  <a:lnTo>
                    <a:pt x="5647" y="173"/>
                  </a:lnTo>
                  <a:cubicBezTo>
                    <a:pt x="5334" y="58"/>
                    <a:pt x="5009" y="1"/>
                    <a:pt x="46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5" name="Google Shape;1145;p65"/>
          <p:cNvGrpSpPr/>
          <p:nvPr/>
        </p:nvGrpSpPr>
        <p:grpSpPr>
          <a:xfrm>
            <a:off x="3702868" y="3760302"/>
            <a:ext cx="372785" cy="375702"/>
            <a:chOff x="5406338" y="3918150"/>
            <a:chExt cx="293925" cy="296225"/>
          </a:xfrm>
        </p:grpSpPr>
        <p:sp>
          <p:nvSpPr>
            <p:cNvPr id="1146" name="Google Shape;1146;p65"/>
            <p:cNvSpPr/>
            <p:nvPr/>
          </p:nvSpPr>
          <p:spPr>
            <a:xfrm>
              <a:off x="5406338" y="3918150"/>
              <a:ext cx="293925" cy="296225"/>
            </a:xfrm>
            <a:custGeom>
              <a:avLst/>
              <a:gdLst/>
              <a:ahLst/>
              <a:cxnLst/>
              <a:rect l="l" t="t" r="r" b="b"/>
              <a:pathLst>
                <a:path w="11757" h="11849" extrusionOk="0">
                  <a:moveTo>
                    <a:pt x="5889" y="498"/>
                  </a:moveTo>
                  <a:cubicBezTo>
                    <a:pt x="6547" y="1230"/>
                    <a:pt x="6856" y="2207"/>
                    <a:pt x="6730" y="3185"/>
                  </a:cubicBezTo>
                  <a:lnTo>
                    <a:pt x="6676" y="3607"/>
                  </a:lnTo>
                  <a:lnTo>
                    <a:pt x="6454" y="5371"/>
                  </a:lnTo>
                  <a:lnTo>
                    <a:pt x="6432" y="5560"/>
                  </a:lnTo>
                  <a:cubicBezTo>
                    <a:pt x="6245" y="5603"/>
                    <a:pt x="6052" y="5625"/>
                    <a:pt x="5860" y="5625"/>
                  </a:cubicBezTo>
                  <a:lnTo>
                    <a:pt x="5851" y="5625"/>
                  </a:lnTo>
                  <a:cubicBezTo>
                    <a:pt x="5664" y="5625"/>
                    <a:pt x="5473" y="5601"/>
                    <a:pt x="5292" y="5560"/>
                  </a:cubicBezTo>
                  <a:lnTo>
                    <a:pt x="5108" y="3801"/>
                  </a:lnTo>
                  <a:lnTo>
                    <a:pt x="5088" y="3601"/>
                  </a:lnTo>
                  <a:lnTo>
                    <a:pt x="5036" y="3111"/>
                  </a:lnTo>
                  <a:cubicBezTo>
                    <a:pt x="4942" y="2176"/>
                    <a:pt x="5242" y="1233"/>
                    <a:pt x="5865" y="528"/>
                  </a:cubicBezTo>
                  <a:lnTo>
                    <a:pt x="5889" y="498"/>
                  </a:lnTo>
                  <a:close/>
                  <a:moveTo>
                    <a:pt x="4690" y="4114"/>
                  </a:moveTo>
                  <a:lnTo>
                    <a:pt x="4814" y="5308"/>
                  </a:lnTo>
                  <a:lnTo>
                    <a:pt x="3955" y="6082"/>
                  </a:lnTo>
                  <a:lnTo>
                    <a:pt x="3955" y="5567"/>
                  </a:lnTo>
                  <a:cubicBezTo>
                    <a:pt x="3955" y="5099"/>
                    <a:pt x="4138" y="4656"/>
                    <a:pt x="4470" y="4323"/>
                  </a:cubicBezTo>
                  <a:lnTo>
                    <a:pt x="4690" y="4114"/>
                  </a:lnTo>
                  <a:close/>
                  <a:moveTo>
                    <a:pt x="7091" y="4134"/>
                  </a:moveTo>
                  <a:lnTo>
                    <a:pt x="7282" y="4323"/>
                  </a:lnTo>
                  <a:cubicBezTo>
                    <a:pt x="7615" y="4656"/>
                    <a:pt x="7796" y="5099"/>
                    <a:pt x="7796" y="5571"/>
                  </a:cubicBezTo>
                  <a:lnTo>
                    <a:pt x="7796" y="6084"/>
                  </a:lnTo>
                  <a:lnTo>
                    <a:pt x="6941" y="5312"/>
                  </a:lnTo>
                  <a:lnTo>
                    <a:pt x="6980" y="5010"/>
                  </a:lnTo>
                  <a:lnTo>
                    <a:pt x="7091" y="4134"/>
                  </a:lnTo>
                  <a:close/>
                  <a:moveTo>
                    <a:pt x="11293" y="10414"/>
                  </a:moveTo>
                  <a:lnTo>
                    <a:pt x="11293" y="10531"/>
                  </a:lnTo>
                  <a:cubicBezTo>
                    <a:pt x="11292" y="11003"/>
                    <a:pt x="10912" y="11386"/>
                    <a:pt x="10444" y="11386"/>
                  </a:cubicBezTo>
                  <a:lnTo>
                    <a:pt x="1307" y="11386"/>
                  </a:lnTo>
                  <a:cubicBezTo>
                    <a:pt x="841" y="11386"/>
                    <a:pt x="461" y="11006"/>
                    <a:pt x="461" y="10540"/>
                  </a:cubicBezTo>
                  <a:lnTo>
                    <a:pt x="461" y="10414"/>
                  </a:lnTo>
                  <a:lnTo>
                    <a:pt x="4673" y="10414"/>
                  </a:lnTo>
                  <a:cubicBezTo>
                    <a:pt x="4775" y="10775"/>
                    <a:pt x="5101" y="11040"/>
                    <a:pt x="5490" y="11040"/>
                  </a:cubicBezTo>
                  <a:lnTo>
                    <a:pt x="6258" y="11040"/>
                  </a:lnTo>
                  <a:cubicBezTo>
                    <a:pt x="6645" y="11040"/>
                    <a:pt x="6973" y="10775"/>
                    <a:pt x="7074" y="10414"/>
                  </a:cubicBezTo>
                  <a:close/>
                  <a:moveTo>
                    <a:pt x="5889" y="0"/>
                  </a:moveTo>
                  <a:cubicBezTo>
                    <a:pt x="5778" y="0"/>
                    <a:pt x="5673" y="49"/>
                    <a:pt x="5599" y="132"/>
                  </a:cubicBezTo>
                  <a:lnTo>
                    <a:pt x="5519" y="223"/>
                  </a:lnTo>
                  <a:cubicBezTo>
                    <a:pt x="4836" y="1000"/>
                    <a:pt x="4494" y="2028"/>
                    <a:pt x="4571" y="3055"/>
                  </a:cubicBezTo>
                  <a:lnTo>
                    <a:pt x="1731" y="3055"/>
                  </a:lnTo>
                  <a:cubicBezTo>
                    <a:pt x="1208" y="3055"/>
                    <a:pt x="787" y="3479"/>
                    <a:pt x="787" y="3999"/>
                  </a:cubicBezTo>
                  <a:lnTo>
                    <a:pt x="787" y="9951"/>
                  </a:lnTo>
                  <a:lnTo>
                    <a:pt x="232" y="9951"/>
                  </a:lnTo>
                  <a:cubicBezTo>
                    <a:pt x="104" y="9951"/>
                    <a:pt x="0" y="10055"/>
                    <a:pt x="0" y="10183"/>
                  </a:cubicBezTo>
                  <a:lnTo>
                    <a:pt x="0" y="10540"/>
                  </a:lnTo>
                  <a:cubicBezTo>
                    <a:pt x="0" y="11264"/>
                    <a:pt x="585" y="11849"/>
                    <a:pt x="1309" y="11849"/>
                  </a:cubicBezTo>
                  <a:lnTo>
                    <a:pt x="10446" y="11849"/>
                  </a:lnTo>
                  <a:cubicBezTo>
                    <a:pt x="11171" y="11849"/>
                    <a:pt x="11756" y="11264"/>
                    <a:pt x="11756" y="10540"/>
                  </a:cubicBezTo>
                  <a:lnTo>
                    <a:pt x="11756" y="10183"/>
                  </a:lnTo>
                  <a:cubicBezTo>
                    <a:pt x="11754" y="10055"/>
                    <a:pt x="11653" y="9951"/>
                    <a:pt x="11523" y="9951"/>
                  </a:cubicBezTo>
                  <a:lnTo>
                    <a:pt x="6887" y="9951"/>
                  </a:lnTo>
                  <a:cubicBezTo>
                    <a:pt x="6760" y="9951"/>
                    <a:pt x="6654" y="10053"/>
                    <a:pt x="6656" y="10181"/>
                  </a:cubicBezTo>
                  <a:cubicBezTo>
                    <a:pt x="6658" y="10397"/>
                    <a:pt x="6486" y="10577"/>
                    <a:pt x="6269" y="10577"/>
                  </a:cubicBezTo>
                  <a:lnTo>
                    <a:pt x="5504" y="10577"/>
                  </a:lnTo>
                  <a:cubicBezTo>
                    <a:pt x="5292" y="10577"/>
                    <a:pt x="5108" y="10405"/>
                    <a:pt x="5116" y="10192"/>
                  </a:cubicBezTo>
                  <a:cubicBezTo>
                    <a:pt x="5117" y="10060"/>
                    <a:pt x="5014" y="9951"/>
                    <a:pt x="4884" y="9951"/>
                  </a:cubicBezTo>
                  <a:lnTo>
                    <a:pt x="1270" y="9951"/>
                  </a:lnTo>
                  <a:lnTo>
                    <a:pt x="1270" y="3999"/>
                  </a:lnTo>
                  <a:cubicBezTo>
                    <a:pt x="1270" y="3733"/>
                    <a:pt x="1485" y="3518"/>
                    <a:pt x="1752" y="3518"/>
                  </a:cubicBezTo>
                  <a:lnTo>
                    <a:pt x="4621" y="3518"/>
                  </a:lnTo>
                  <a:lnTo>
                    <a:pt x="4625" y="3538"/>
                  </a:lnTo>
                  <a:lnTo>
                    <a:pt x="4146" y="3992"/>
                  </a:lnTo>
                  <a:lnTo>
                    <a:pt x="4140" y="3997"/>
                  </a:lnTo>
                  <a:cubicBezTo>
                    <a:pt x="3722" y="4416"/>
                    <a:pt x="3492" y="4977"/>
                    <a:pt x="3492" y="5567"/>
                  </a:cubicBezTo>
                  <a:lnTo>
                    <a:pt x="3492" y="6593"/>
                  </a:lnTo>
                  <a:cubicBezTo>
                    <a:pt x="3492" y="6665"/>
                    <a:pt x="3524" y="6732"/>
                    <a:pt x="3575" y="6778"/>
                  </a:cubicBezTo>
                  <a:cubicBezTo>
                    <a:pt x="3620" y="6813"/>
                    <a:pt x="3672" y="6832"/>
                    <a:pt x="3722" y="6832"/>
                  </a:cubicBezTo>
                  <a:cubicBezTo>
                    <a:pt x="3777" y="6832"/>
                    <a:pt x="3833" y="6811"/>
                    <a:pt x="3877" y="6773"/>
                  </a:cubicBezTo>
                  <a:lnTo>
                    <a:pt x="4884" y="5860"/>
                  </a:lnTo>
                  <a:cubicBezTo>
                    <a:pt x="4914" y="5912"/>
                    <a:pt x="4960" y="5949"/>
                    <a:pt x="5018" y="5964"/>
                  </a:cubicBezTo>
                  <a:cubicBezTo>
                    <a:pt x="5288" y="6045"/>
                    <a:pt x="5569" y="6084"/>
                    <a:pt x="5851" y="6088"/>
                  </a:cubicBezTo>
                  <a:lnTo>
                    <a:pt x="5884" y="6088"/>
                  </a:lnTo>
                  <a:cubicBezTo>
                    <a:pt x="6167" y="6088"/>
                    <a:pt x="6452" y="6045"/>
                    <a:pt x="6726" y="5964"/>
                  </a:cubicBezTo>
                  <a:cubicBezTo>
                    <a:pt x="6784" y="5945"/>
                    <a:pt x="6832" y="5906"/>
                    <a:pt x="6861" y="5856"/>
                  </a:cubicBezTo>
                  <a:lnTo>
                    <a:pt x="7876" y="6773"/>
                  </a:lnTo>
                  <a:cubicBezTo>
                    <a:pt x="7919" y="6811"/>
                    <a:pt x="7976" y="6832"/>
                    <a:pt x="8031" y="6832"/>
                  </a:cubicBezTo>
                  <a:cubicBezTo>
                    <a:pt x="8081" y="6832"/>
                    <a:pt x="8131" y="6815"/>
                    <a:pt x="8176" y="6778"/>
                  </a:cubicBezTo>
                  <a:cubicBezTo>
                    <a:pt x="8231" y="6736"/>
                    <a:pt x="8259" y="6665"/>
                    <a:pt x="8259" y="6593"/>
                  </a:cubicBezTo>
                  <a:lnTo>
                    <a:pt x="8259" y="5569"/>
                  </a:lnTo>
                  <a:cubicBezTo>
                    <a:pt x="8259" y="4973"/>
                    <a:pt x="8028" y="4416"/>
                    <a:pt x="7611" y="3997"/>
                  </a:cubicBezTo>
                  <a:lnTo>
                    <a:pt x="7171" y="3553"/>
                  </a:lnTo>
                  <a:lnTo>
                    <a:pt x="7174" y="3518"/>
                  </a:lnTo>
                  <a:lnTo>
                    <a:pt x="9999" y="3518"/>
                  </a:lnTo>
                  <a:cubicBezTo>
                    <a:pt x="10266" y="3518"/>
                    <a:pt x="10481" y="3733"/>
                    <a:pt x="10481" y="3999"/>
                  </a:cubicBezTo>
                  <a:lnTo>
                    <a:pt x="10481" y="8235"/>
                  </a:lnTo>
                  <a:cubicBezTo>
                    <a:pt x="10481" y="8350"/>
                    <a:pt x="10564" y="8454"/>
                    <a:pt x="10679" y="8470"/>
                  </a:cubicBezTo>
                  <a:cubicBezTo>
                    <a:pt x="10690" y="8472"/>
                    <a:pt x="10702" y="8473"/>
                    <a:pt x="10713" y="8473"/>
                  </a:cubicBezTo>
                  <a:cubicBezTo>
                    <a:pt x="10840" y="8473"/>
                    <a:pt x="10944" y="8368"/>
                    <a:pt x="10944" y="8241"/>
                  </a:cubicBezTo>
                  <a:lnTo>
                    <a:pt x="10944" y="3999"/>
                  </a:lnTo>
                  <a:cubicBezTo>
                    <a:pt x="10944" y="3477"/>
                    <a:pt x="10521" y="3055"/>
                    <a:pt x="9999" y="3055"/>
                  </a:cubicBezTo>
                  <a:lnTo>
                    <a:pt x="7211" y="3055"/>
                  </a:lnTo>
                  <a:cubicBezTo>
                    <a:pt x="7293" y="2002"/>
                    <a:pt x="6939" y="961"/>
                    <a:pt x="6226" y="174"/>
                  </a:cubicBezTo>
                  <a:lnTo>
                    <a:pt x="6184" y="130"/>
                  </a:lnTo>
                  <a:cubicBezTo>
                    <a:pt x="6110" y="47"/>
                    <a:pt x="6002" y="0"/>
                    <a:pt x="58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65"/>
            <p:cNvSpPr/>
            <p:nvPr/>
          </p:nvSpPr>
          <p:spPr>
            <a:xfrm>
              <a:off x="5451963" y="4018825"/>
              <a:ext cx="204825" cy="135400"/>
            </a:xfrm>
            <a:custGeom>
              <a:avLst/>
              <a:gdLst/>
              <a:ahLst/>
              <a:cxnLst/>
              <a:rect l="l" t="t" r="r" b="b"/>
              <a:pathLst>
                <a:path w="8193" h="5416" extrusionOk="0">
                  <a:moveTo>
                    <a:pt x="232" y="0"/>
                  </a:moveTo>
                  <a:cubicBezTo>
                    <a:pt x="106" y="0"/>
                    <a:pt x="1" y="104"/>
                    <a:pt x="1" y="231"/>
                  </a:cubicBezTo>
                  <a:lnTo>
                    <a:pt x="1" y="5184"/>
                  </a:lnTo>
                  <a:cubicBezTo>
                    <a:pt x="1" y="5311"/>
                    <a:pt x="106" y="5415"/>
                    <a:pt x="232" y="5415"/>
                  </a:cubicBezTo>
                  <a:lnTo>
                    <a:pt x="7961" y="5415"/>
                  </a:lnTo>
                  <a:cubicBezTo>
                    <a:pt x="8089" y="5415"/>
                    <a:pt x="8193" y="5311"/>
                    <a:pt x="8193" y="5184"/>
                  </a:cubicBezTo>
                  <a:lnTo>
                    <a:pt x="8193" y="231"/>
                  </a:lnTo>
                  <a:cubicBezTo>
                    <a:pt x="8193" y="104"/>
                    <a:pt x="8091" y="0"/>
                    <a:pt x="7961" y="0"/>
                  </a:cubicBezTo>
                  <a:lnTo>
                    <a:pt x="6799" y="0"/>
                  </a:lnTo>
                  <a:cubicBezTo>
                    <a:pt x="6682" y="0"/>
                    <a:pt x="6579" y="83"/>
                    <a:pt x="6562" y="196"/>
                  </a:cubicBezTo>
                  <a:cubicBezTo>
                    <a:pt x="6542" y="341"/>
                    <a:pt x="6653" y="463"/>
                    <a:pt x="6791" y="463"/>
                  </a:cubicBezTo>
                  <a:lnTo>
                    <a:pt x="7730" y="463"/>
                  </a:lnTo>
                  <a:lnTo>
                    <a:pt x="7730" y="4952"/>
                  </a:lnTo>
                  <a:lnTo>
                    <a:pt x="464" y="4952"/>
                  </a:lnTo>
                  <a:lnTo>
                    <a:pt x="464" y="463"/>
                  </a:lnTo>
                  <a:lnTo>
                    <a:pt x="1191" y="463"/>
                  </a:lnTo>
                  <a:cubicBezTo>
                    <a:pt x="1306" y="463"/>
                    <a:pt x="1412" y="380"/>
                    <a:pt x="1426" y="267"/>
                  </a:cubicBezTo>
                  <a:cubicBezTo>
                    <a:pt x="1447" y="122"/>
                    <a:pt x="1338" y="0"/>
                    <a:pt x="11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65"/>
            <p:cNvSpPr/>
            <p:nvPr/>
          </p:nvSpPr>
          <p:spPr>
            <a:xfrm>
              <a:off x="5547363" y="3973450"/>
              <a:ext cx="11600" cy="11600"/>
            </a:xfrm>
            <a:custGeom>
              <a:avLst/>
              <a:gdLst/>
              <a:ahLst/>
              <a:cxnLst/>
              <a:rect l="l" t="t" r="r" b="b"/>
              <a:pathLst>
                <a:path w="464" h="464" extrusionOk="0">
                  <a:moveTo>
                    <a:pt x="232" y="1"/>
                  </a:moveTo>
                  <a:cubicBezTo>
                    <a:pt x="104" y="1"/>
                    <a:pt x="0" y="104"/>
                    <a:pt x="0" y="232"/>
                  </a:cubicBezTo>
                  <a:cubicBezTo>
                    <a:pt x="0" y="360"/>
                    <a:pt x="104" y="464"/>
                    <a:pt x="232" y="464"/>
                  </a:cubicBezTo>
                  <a:cubicBezTo>
                    <a:pt x="361" y="464"/>
                    <a:pt x="463" y="360"/>
                    <a:pt x="463" y="232"/>
                  </a:cubicBezTo>
                  <a:cubicBezTo>
                    <a:pt x="463" y="104"/>
                    <a:pt x="361" y="1"/>
                    <a:pt x="2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65"/>
            <p:cNvSpPr/>
            <p:nvPr/>
          </p:nvSpPr>
          <p:spPr>
            <a:xfrm>
              <a:off x="5668563" y="4143650"/>
              <a:ext cx="11600" cy="11575"/>
            </a:xfrm>
            <a:custGeom>
              <a:avLst/>
              <a:gdLst/>
              <a:ahLst/>
              <a:cxnLst/>
              <a:rect l="l" t="t" r="r" b="b"/>
              <a:pathLst>
                <a:path w="464" h="463" extrusionOk="0">
                  <a:moveTo>
                    <a:pt x="232" y="0"/>
                  </a:moveTo>
                  <a:cubicBezTo>
                    <a:pt x="105" y="0"/>
                    <a:pt x="1" y="104"/>
                    <a:pt x="1" y="231"/>
                  </a:cubicBezTo>
                  <a:cubicBezTo>
                    <a:pt x="1" y="361"/>
                    <a:pt x="105" y="463"/>
                    <a:pt x="232" y="463"/>
                  </a:cubicBezTo>
                  <a:cubicBezTo>
                    <a:pt x="360" y="463"/>
                    <a:pt x="464" y="361"/>
                    <a:pt x="464" y="231"/>
                  </a:cubicBezTo>
                  <a:cubicBezTo>
                    <a:pt x="464" y="104"/>
                    <a:pt x="360" y="0"/>
                    <a:pt x="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65"/>
            <p:cNvSpPr/>
            <p:nvPr/>
          </p:nvSpPr>
          <p:spPr>
            <a:xfrm>
              <a:off x="5532413" y="4078825"/>
              <a:ext cx="11600" cy="35150"/>
            </a:xfrm>
            <a:custGeom>
              <a:avLst/>
              <a:gdLst/>
              <a:ahLst/>
              <a:cxnLst/>
              <a:rect l="l" t="t" r="r" b="b"/>
              <a:pathLst>
                <a:path w="464" h="1406" extrusionOk="0">
                  <a:moveTo>
                    <a:pt x="233" y="0"/>
                  </a:moveTo>
                  <a:cubicBezTo>
                    <a:pt x="221" y="0"/>
                    <a:pt x="209" y="1"/>
                    <a:pt x="197" y="3"/>
                  </a:cubicBezTo>
                  <a:cubicBezTo>
                    <a:pt x="84" y="18"/>
                    <a:pt x="0" y="123"/>
                    <a:pt x="0" y="238"/>
                  </a:cubicBezTo>
                  <a:lnTo>
                    <a:pt x="0" y="1166"/>
                  </a:lnTo>
                  <a:cubicBezTo>
                    <a:pt x="0" y="1282"/>
                    <a:pt x="84" y="1386"/>
                    <a:pt x="197" y="1403"/>
                  </a:cubicBezTo>
                  <a:cubicBezTo>
                    <a:pt x="208" y="1404"/>
                    <a:pt x="220" y="1405"/>
                    <a:pt x="231" y="1405"/>
                  </a:cubicBezTo>
                  <a:cubicBezTo>
                    <a:pt x="360" y="1405"/>
                    <a:pt x="463" y="1301"/>
                    <a:pt x="463" y="1173"/>
                  </a:cubicBezTo>
                  <a:lnTo>
                    <a:pt x="463" y="231"/>
                  </a:lnTo>
                  <a:cubicBezTo>
                    <a:pt x="463" y="104"/>
                    <a:pt x="361" y="0"/>
                    <a:pt x="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65"/>
            <p:cNvSpPr/>
            <p:nvPr/>
          </p:nvSpPr>
          <p:spPr>
            <a:xfrm>
              <a:off x="5561888" y="4077425"/>
              <a:ext cx="11600" cy="46300"/>
            </a:xfrm>
            <a:custGeom>
              <a:avLst/>
              <a:gdLst/>
              <a:ahLst/>
              <a:cxnLst/>
              <a:rect l="l" t="t" r="r" b="b"/>
              <a:pathLst>
                <a:path w="464" h="1852" extrusionOk="0">
                  <a:moveTo>
                    <a:pt x="235" y="1"/>
                  </a:moveTo>
                  <a:cubicBezTo>
                    <a:pt x="223" y="1"/>
                    <a:pt x="211" y="2"/>
                    <a:pt x="199" y="3"/>
                  </a:cubicBezTo>
                  <a:cubicBezTo>
                    <a:pt x="84" y="22"/>
                    <a:pt x="1" y="124"/>
                    <a:pt x="1" y="239"/>
                  </a:cubicBezTo>
                  <a:lnTo>
                    <a:pt x="1" y="1614"/>
                  </a:lnTo>
                  <a:cubicBezTo>
                    <a:pt x="1" y="1729"/>
                    <a:pt x="84" y="1833"/>
                    <a:pt x="199" y="1849"/>
                  </a:cubicBezTo>
                  <a:cubicBezTo>
                    <a:pt x="210" y="1851"/>
                    <a:pt x="221" y="1852"/>
                    <a:pt x="233" y="1852"/>
                  </a:cubicBezTo>
                  <a:cubicBezTo>
                    <a:pt x="360" y="1852"/>
                    <a:pt x="464" y="1747"/>
                    <a:pt x="464" y="1620"/>
                  </a:cubicBezTo>
                  <a:lnTo>
                    <a:pt x="464" y="231"/>
                  </a:lnTo>
                  <a:cubicBezTo>
                    <a:pt x="464" y="104"/>
                    <a:pt x="362" y="1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2" name="Google Shape;1152;p65"/>
          <p:cNvSpPr txBox="1">
            <a:spLocks noGrp="1"/>
          </p:cNvSpPr>
          <p:nvPr>
            <p:ph type="title"/>
          </p:nvPr>
        </p:nvSpPr>
        <p:spPr>
          <a:xfrm>
            <a:off x="1207997" y="1534749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Light weight scritp</a:t>
            </a:r>
            <a:endParaRPr dirty="0"/>
          </a:p>
        </p:txBody>
      </p:sp>
      <p:sp>
        <p:nvSpPr>
          <p:cNvPr id="1154" name="Google Shape;1154;p65"/>
          <p:cNvSpPr txBox="1">
            <a:spLocks noGrp="1"/>
          </p:cNvSpPr>
          <p:nvPr>
            <p:ph type="title" idx="6"/>
          </p:nvPr>
        </p:nvSpPr>
        <p:spPr>
          <a:xfrm>
            <a:off x="5646550" y="1292950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</a:t>
            </a:r>
            <a:endParaRPr/>
          </a:p>
        </p:txBody>
      </p:sp>
      <p:sp>
        <p:nvSpPr>
          <p:cNvPr id="1155" name="Google Shape;1155;p65"/>
          <p:cNvSpPr txBox="1">
            <a:spLocks noGrp="1"/>
          </p:cNvSpPr>
          <p:nvPr>
            <p:ph type="subTitle" idx="7"/>
          </p:nvPr>
        </p:nvSpPr>
        <p:spPr>
          <a:xfrm>
            <a:off x="5646550" y="1558425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 is the only planet known to harbor life</a:t>
            </a:r>
            <a:endParaRPr/>
          </a:p>
        </p:txBody>
      </p:sp>
      <p:sp>
        <p:nvSpPr>
          <p:cNvPr id="1156" name="Google Shape;1156;p65"/>
          <p:cNvSpPr txBox="1">
            <a:spLocks noGrp="1"/>
          </p:cNvSpPr>
          <p:nvPr>
            <p:ph type="title" idx="15"/>
          </p:nvPr>
        </p:nvSpPr>
        <p:spPr>
          <a:xfrm>
            <a:off x="720000" y="457200"/>
            <a:ext cx="7704000" cy="57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TECHNOLOGY OVERVIEW</a:t>
            </a:r>
            <a:endParaRPr dirty="0"/>
          </a:p>
        </p:txBody>
      </p:sp>
      <p:sp>
        <p:nvSpPr>
          <p:cNvPr id="1157" name="Google Shape;1157;p65"/>
          <p:cNvSpPr txBox="1">
            <a:spLocks noGrp="1"/>
          </p:cNvSpPr>
          <p:nvPr>
            <p:ph type="title" idx="2"/>
          </p:nvPr>
        </p:nvSpPr>
        <p:spPr>
          <a:xfrm>
            <a:off x="1200650" y="2439038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158" name="Google Shape;1158;p65"/>
          <p:cNvSpPr txBox="1">
            <a:spLocks noGrp="1"/>
          </p:cNvSpPr>
          <p:nvPr>
            <p:ph type="subTitle" idx="3"/>
          </p:nvPr>
        </p:nvSpPr>
        <p:spPr>
          <a:xfrm>
            <a:off x="1200700" y="2706256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1159" name="Google Shape;1159;p65"/>
          <p:cNvSpPr txBox="1">
            <a:spLocks noGrp="1"/>
          </p:cNvSpPr>
          <p:nvPr>
            <p:ph type="title" idx="4"/>
          </p:nvPr>
        </p:nvSpPr>
        <p:spPr>
          <a:xfrm>
            <a:off x="1200650" y="3585125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160" name="Google Shape;1160;p65"/>
          <p:cNvSpPr txBox="1">
            <a:spLocks noGrp="1"/>
          </p:cNvSpPr>
          <p:nvPr>
            <p:ph type="subTitle" idx="5"/>
          </p:nvPr>
        </p:nvSpPr>
        <p:spPr>
          <a:xfrm>
            <a:off x="1200700" y="3854088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1161" name="Google Shape;1161;p65"/>
          <p:cNvSpPr txBox="1">
            <a:spLocks noGrp="1"/>
          </p:cNvSpPr>
          <p:nvPr>
            <p:ph type="title" idx="8"/>
          </p:nvPr>
        </p:nvSpPr>
        <p:spPr>
          <a:xfrm>
            <a:off x="5646550" y="2439445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162" name="Google Shape;1162;p65"/>
          <p:cNvSpPr txBox="1">
            <a:spLocks noGrp="1"/>
          </p:cNvSpPr>
          <p:nvPr>
            <p:ph type="subTitle" idx="9"/>
          </p:nvPr>
        </p:nvSpPr>
        <p:spPr>
          <a:xfrm>
            <a:off x="5646550" y="2706256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163" name="Google Shape;1163;p65"/>
          <p:cNvSpPr txBox="1">
            <a:spLocks noGrp="1"/>
          </p:cNvSpPr>
          <p:nvPr>
            <p:ph type="title" idx="13"/>
          </p:nvPr>
        </p:nvSpPr>
        <p:spPr>
          <a:xfrm>
            <a:off x="5646550" y="3588102"/>
            <a:ext cx="2296800" cy="37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164" name="Google Shape;1164;p65"/>
          <p:cNvSpPr txBox="1">
            <a:spLocks noGrp="1"/>
          </p:cNvSpPr>
          <p:nvPr>
            <p:ph type="subTitle" idx="14"/>
          </p:nvPr>
        </p:nvSpPr>
        <p:spPr>
          <a:xfrm>
            <a:off x="5646550" y="3854088"/>
            <a:ext cx="2296800" cy="6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smallest planet of them all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DC631DA9-172E-BDDF-FCDB-0B362920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8" name="Google Shape;858;p58">
            <a:extLst>
              <a:ext uri="{FF2B5EF4-FFF2-40B4-BE49-F238E27FC236}">
                <a16:creationId xmlns:a16="http://schemas.microsoft.com/office/drawing/2014/main" id="{C4C017C1-9B28-9DEA-BDCE-B5416BEA6ECD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 l="179" r="179"/>
          <a:stretch/>
        </p:blipFill>
        <p:spPr>
          <a:xfrm>
            <a:off x="-1253864" y="2352301"/>
            <a:ext cx="2617024" cy="2589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9" name="Google Shape;859;p58">
            <a:extLst>
              <a:ext uri="{FF2B5EF4-FFF2-40B4-BE49-F238E27FC236}">
                <a16:creationId xmlns:a16="http://schemas.microsoft.com/office/drawing/2014/main" id="{7D4F65AC-21E0-BE7D-CF5A-8F86BDA3F58A}"/>
              </a:ext>
            </a:extLst>
          </p:cNvPr>
          <p:cNvPicPr preferRelativeResize="0"/>
          <p:nvPr/>
        </p:nvPicPr>
        <p:blipFill rotWithShape="1">
          <a:blip r:embed="rId3">
            <a:alphaModFix amt="67000"/>
          </a:blip>
          <a:srcRect l="179" r="179"/>
          <a:stretch/>
        </p:blipFill>
        <p:spPr>
          <a:xfrm>
            <a:off x="7929625" y="3"/>
            <a:ext cx="2617024" cy="25897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0" name="Google Shape;860;p58">
            <a:extLst>
              <a:ext uri="{FF2B5EF4-FFF2-40B4-BE49-F238E27FC236}">
                <a16:creationId xmlns:a16="http://schemas.microsoft.com/office/drawing/2014/main" id="{7EAA5AC0-8955-EA92-E5AD-C97E1389CE25}"/>
              </a:ext>
            </a:extLst>
          </p:cNvPr>
          <p:cNvGrpSpPr/>
          <p:nvPr/>
        </p:nvGrpSpPr>
        <p:grpSpPr>
          <a:xfrm>
            <a:off x="2323604" y="328734"/>
            <a:ext cx="4539600" cy="2090220"/>
            <a:chOff x="2323604" y="1519981"/>
            <a:chExt cx="4539600" cy="1900200"/>
          </a:xfrm>
        </p:grpSpPr>
        <p:sp>
          <p:nvSpPr>
            <p:cNvPr id="861" name="Google Shape;861;p58">
              <a:extLst>
                <a:ext uri="{FF2B5EF4-FFF2-40B4-BE49-F238E27FC236}">
                  <a16:creationId xmlns:a16="http://schemas.microsoft.com/office/drawing/2014/main" id="{0A64858A-FD59-721A-3F60-EE968C90AFA3}"/>
                </a:ext>
              </a:extLst>
            </p:cNvPr>
            <p:cNvSpPr/>
            <p:nvPr/>
          </p:nvSpPr>
          <p:spPr>
            <a:xfrm rot="-611594">
              <a:off x="2389621" y="1900983"/>
              <a:ext cx="4407567" cy="1138196"/>
            </a:xfrm>
            <a:prstGeom prst="donut">
              <a:avLst>
                <a:gd name="adj" fmla="val 1091"/>
              </a:avLst>
            </a:prstGeom>
            <a:gradFill>
              <a:gsLst>
                <a:gs pos="0">
                  <a:schemeClr val="accent2"/>
                </a:gs>
                <a:gs pos="40000">
                  <a:schemeClr val="accent1"/>
                </a:gs>
                <a:gs pos="70000">
                  <a:srgbClr val="7BA29E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58">
              <a:extLst>
                <a:ext uri="{FF2B5EF4-FFF2-40B4-BE49-F238E27FC236}">
                  <a16:creationId xmlns:a16="http://schemas.microsoft.com/office/drawing/2014/main" id="{7E6A1BF0-A8CC-6A7E-6143-A06D1A1779F7}"/>
                </a:ext>
              </a:extLst>
            </p:cNvPr>
            <p:cNvSpPr/>
            <p:nvPr/>
          </p:nvSpPr>
          <p:spPr>
            <a:xfrm rot="167562">
              <a:off x="6244475" y="1780237"/>
              <a:ext cx="98517" cy="98517"/>
            </a:xfrm>
            <a:prstGeom prst="plaque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3" name="Google Shape;1253;p69"/>
          <p:cNvSpPr txBox="1">
            <a:spLocks noGrp="1"/>
          </p:cNvSpPr>
          <p:nvPr>
            <p:ph type="title"/>
          </p:nvPr>
        </p:nvSpPr>
        <p:spPr>
          <a:xfrm>
            <a:off x="1685278" y="207456"/>
            <a:ext cx="6053277" cy="10365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pic>
        <p:nvPicPr>
          <p:cNvPr id="3" name="Picture 2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13687AF8-91F4-6700-D349-5DBAC67515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245" y="1488950"/>
            <a:ext cx="4210294" cy="3157721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895273631"/>
      </p:ext>
    </p:extLst>
  </p:cSld>
  <p:clrMapOvr>
    <a:masterClrMapping/>
  </p:clrMapOvr>
</p:sld>
</file>

<file path=ppt/theme/theme1.xml><?xml version="1.0" encoding="utf-8"?>
<a:theme xmlns:a="http://schemas.openxmlformats.org/drawingml/2006/main" name="Creative Startup Pitch Deck">
  <a:themeElements>
    <a:clrScheme name="Simple Light">
      <a:dk1>
        <a:srgbClr val="FFFFFF"/>
      </a:dk1>
      <a:lt1>
        <a:srgbClr val="132644"/>
      </a:lt1>
      <a:dk2>
        <a:srgbClr val="1645D3"/>
      </a:dk2>
      <a:lt2>
        <a:srgbClr val="8AC1DC"/>
      </a:lt2>
      <a:accent1>
        <a:srgbClr val="E0FE68"/>
      </a:accent1>
      <a:accent2>
        <a:srgbClr val="9900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281</Words>
  <Application>Microsoft Office PowerPoint</Application>
  <PresentationFormat>On-screen Show (16:9)</PresentationFormat>
  <Paragraphs>319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Archivo Medium</vt:lpstr>
      <vt:lpstr>Arimo</vt:lpstr>
      <vt:lpstr>Arial</vt:lpstr>
      <vt:lpstr>Krona One</vt:lpstr>
      <vt:lpstr>Creative Startup Pitch Deck</vt:lpstr>
      <vt:lpstr>DocuSync </vt:lpstr>
      <vt:lpstr>PowerPoint Presentation</vt:lpstr>
      <vt:lpstr>ERROR-PRONE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Light weight scritp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Kenny Nguyen</cp:lastModifiedBy>
  <cp:revision>210</cp:revision>
  <dcterms:modified xsi:type="dcterms:W3CDTF">2025-06-22T00:25:48Z</dcterms:modified>
</cp:coreProperties>
</file>